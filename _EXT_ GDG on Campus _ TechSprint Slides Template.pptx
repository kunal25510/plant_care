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58" r:id="rId3"/>
    <p:sldId id="259" r:id="rId4"/>
    <p:sldId id="260" r:id="rId5"/>
    <p:sldId id="261" r:id="rId6"/>
    <p:sldId id="262" r:id="rId7"/>
    <p:sldId id="263" r:id="rId8"/>
    <p:sldId id="264" r:id="rId9"/>
    <p:sldId id="265" r:id="rId10"/>
    <p:sldId id="270" r:id="rId11"/>
    <p:sldId id="266" r:id="rId12"/>
    <p:sldId id="267" r:id="rId13"/>
    <p:sldId id="269" r:id="rId14"/>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20" d="100"/>
          <a:sy n="120" d="100"/>
        </p:scale>
        <p:origin x="370"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4900" b="1" i="0">
                <a:solidFill>
                  <a:schemeClr val="tx1"/>
                </a:solidFill>
                <a:latin typeface="Tahoma"/>
                <a:cs typeface="Tahoma"/>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1500" b="0" i="0">
                <a:solidFill>
                  <a:srgbClr val="434343"/>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900" b="1" i="0">
                <a:solidFill>
                  <a:schemeClr val="tx1"/>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1500" b="0" i="0">
                <a:solidFill>
                  <a:srgbClr val="434343"/>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900" b="1" i="0">
                <a:solidFill>
                  <a:schemeClr val="tx1"/>
                </a:solidFill>
                <a:latin typeface="Tahoma"/>
                <a:cs typeface="Tahoma"/>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4000" cy="5143500"/>
          </a:xfrm>
          <a:prstGeom prst="rect">
            <a:avLst/>
          </a:prstGeom>
        </p:spPr>
      </p:pic>
      <p:sp>
        <p:nvSpPr>
          <p:cNvPr id="2" name="Holder 2"/>
          <p:cNvSpPr>
            <a:spLocks noGrp="1"/>
          </p:cNvSpPr>
          <p:nvPr>
            <p:ph type="title"/>
          </p:nvPr>
        </p:nvSpPr>
        <p:spPr/>
        <p:txBody>
          <a:bodyPr lIns="0" tIns="0" rIns="0" bIns="0"/>
          <a:lstStyle>
            <a:lvl1pPr>
              <a:defRPr sz="4900" b="1" i="0">
                <a:solidFill>
                  <a:schemeClr val="tx1"/>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16300" y="4011083"/>
            <a:ext cx="3243579" cy="772160"/>
          </a:xfrm>
          <a:prstGeom prst="rect">
            <a:avLst/>
          </a:prstGeom>
        </p:spPr>
        <p:txBody>
          <a:bodyPr wrap="square" lIns="0" tIns="0" rIns="0" bIns="0">
            <a:spAutoFit/>
          </a:bodyPr>
          <a:lstStyle>
            <a:lvl1pPr>
              <a:defRPr sz="4900" b="1" i="0">
                <a:solidFill>
                  <a:schemeClr val="tx1"/>
                </a:solidFill>
                <a:latin typeface="Tahoma"/>
                <a:cs typeface="Tahoma"/>
              </a:defRPr>
            </a:lvl1pPr>
          </a:lstStyle>
          <a:p>
            <a:endParaRPr/>
          </a:p>
        </p:txBody>
      </p:sp>
      <p:sp>
        <p:nvSpPr>
          <p:cNvPr id="3" name="Holder 3"/>
          <p:cNvSpPr>
            <a:spLocks noGrp="1"/>
          </p:cNvSpPr>
          <p:nvPr>
            <p:ph type="body" idx="1"/>
          </p:nvPr>
        </p:nvSpPr>
        <p:spPr>
          <a:xfrm>
            <a:off x="796462" y="1776680"/>
            <a:ext cx="7609205" cy="1854200"/>
          </a:xfrm>
          <a:prstGeom prst="rect">
            <a:avLst/>
          </a:prstGeom>
        </p:spPr>
        <p:txBody>
          <a:bodyPr wrap="square" lIns="0" tIns="0" rIns="0" bIns="0">
            <a:spAutoFit/>
          </a:bodyPr>
          <a:lstStyle>
            <a:lvl1pPr>
              <a:defRPr sz="1500" b="0" i="0">
                <a:solidFill>
                  <a:srgbClr val="434343"/>
                </a:solidFill>
                <a:latin typeface="Tahoma"/>
                <a:cs typeface="Tahoma"/>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1/1/2026</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png"/><Relationship Id="rId1" Type="http://schemas.openxmlformats.org/officeDocument/2006/relationships/slideLayout" Target="../slideLayouts/slideLayout5.xm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hyperlink" Target="https://drive.google.com/drive/folders/1i1FH1KN2nkWavoBwkmKmfFrGwn3_LJq-" TargetMode="External"/><Relationship Id="rId2" Type="http://schemas.openxmlformats.org/officeDocument/2006/relationships/hyperlink" Target="https://github.com/kunal25510/Plant_care.git" TargetMode="Externa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35624" y="3259006"/>
            <a:ext cx="5936575" cy="1679947"/>
          </a:xfrm>
          <a:prstGeom prst="rect">
            <a:avLst/>
          </a:prstGeom>
        </p:spPr>
        <p:txBody>
          <a:bodyPr vert="horz" wrap="square" lIns="0" tIns="12700" rIns="0" bIns="0" rtlCol="0">
            <a:spAutoFit/>
          </a:bodyPr>
          <a:lstStyle/>
          <a:p>
            <a:pPr marL="12700">
              <a:lnSpc>
                <a:spcPct val="100000"/>
              </a:lnSpc>
              <a:spcBef>
                <a:spcPts val="100"/>
              </a:spcBef>
            </a:pPr>
            <a:r>
              <a:rPr sz="1800" b="1" spc="-75" dirty="0">
                <a:solidFill>
                  <a:srgbClr val="434343"/>
                </a:solidFill>
                <a:latin typeface="Tahoma"/>
                <a:cs typeface="Tahoma"/>
              </a:rPr>
              <a:t>T</a:t>
            </a:r>
            <a:r>
              <a:rPr lang="en-US" sz="1800" b="1" spc="-75" dirty="0">
                <a:solidFill>
                  <a:srgbClr val="434343"/>
                </a:solidFill>
                <a:latin typeface="Tahoma"/>
                <a:cs typeface="Tahoma"/>
              </a:rPr>
              <a:t>ea</a:t>
            </a:r>
            <a:r>
              <a:rPr sz="1800" b="1" spc="-75" dirty="0">
                <a:solidFill>
                  <a:srgbClr val="434343"/>
                </a:solidFill>
                <a:latin typeface="Tahoma"/>
                <a:cs typeface="Tahoma"/>
              </a:rPr>
              <a:t>m</a:t>
            </a:r>
            <a:r>
              <a:rPr sz="1800" b="1" spc="-110" dirty="0">
                <a:solidFill>
                  <a:srgbClr val="434343"/>
                </a:solidFill>
                <a:latin typeface="Tahoma"/>
                <a:cs typeface="Tahoma"/>
              </a:rPr>
              <a:t> </a:t>
            </a:r>
            <a:r>
              <a:rPr sz="1800" b="1" spc="-10" dirty="0">
                <a:solidFill>
                  <a:srgbClr val="434343"/>
                </a:solidFill>
                <a:latin typeface="Tahoma"/>
                <a:cs typeface="Tahoma"/>
              </a:rPr>
              <a:t>D</a:t>
            </a:r>
            <a:r>
              <a:rPr lang="en-US" sz="1800" b="1" spc="-10" dirty="0">
                <a:solidFill>
                  <a:srgbClr val="434343"/>
                </a:solidFill>
                <a:latin typeface="Tahoma"/>
                <a:cs typeface="Tahoma"/>
              </a:rPr>
              <a:t>e</a:t>
            </a:r>
            <a:r>
              <a:rPr sz="1800" b="1" spc="-10" dirty="0">
                <a:solidFill>
                  <a:srgbClr val="434343"/>
                </a:solidFill>
                <a:latin typeface="Tahoma"/>
                <a:cs typeface="Tahoma"/>
              </a:rPr>
              <a:t>t</a:t>
            </a:r>
            <a:r>
              <a:rPr lang="en-US" sz="1800" b="1" spc="-10" dirty="0">
                <a:solidFill>
                  <a:srgbClr val="434343"/>
                </a:solidFill>
                <a:latin typeface="Tahoma"/>
                <a:cs typeface="Tahoma"/>
              </a:rPr>
              <a:t>a</a:t>
            </a:r>
            <a:r>
              <a:rPr sz="1800" b="1" spc="-10" dirty="0">
                <a:solidFill>
                  <a:srgbClr val="434343"/>
                </a:solidFill>
                <a:latin typeface="Tahoma"/>
                <a:cs typeface="Tahoma"/>
              </a:rPr>
              <a:t>ils</a:t>
            </a:r>
            <a:endParaRPr sz="1800" dirty="0">
              <a:latin typeface="Tahoma"/>
              <a:cs typeface="Tahoma"/>
            </a:endParaRPr>
          </a:p>
          <a:p>
            <a:pPr marL="505459">
              <a:lnSpc>
                <a:spcPct val="100000"/>
              </a:lnSpc>
              <a:spcBef>
                <a:spcPts val="2160"/>
              </a:spcBef>
              <a:tabLst>
                <a:tab pos="926465" algn="l"/>
              </a:tabLst>
            </a:pPr>
            <a:r>
              <a:rPr lang="en-US" b="1" spc="-25" dirty="0">
                <a:solidFill>
                  <a:srgbClr val="434343"/>
                </a:solidFill>
                <a:latin typeface="Tahoma"/>
                <a:cs typeface="Tahoma"/>
              </a:rPr>
              <a:t>a</a:t>
            </a:r>
            <a:r>
              <a:rPr sz="1800" b="1" spc="-25" dirty="0">
                <a:solidFill>
                  <a:srgbClr val="434343"/>
                </a:solidFill>
                <a:latin typeface="Tahoma"/>
                <a:cs typeface="Tahoma"/>
              </a:rPr>
              <a:t>.</a:t>
            </a:r>
            <a:r>
              <a:rPr sz="1800" b="1" dirty="0">
                <a:solidFill>
                  <a:srgbClr val="434343"/>
                </a:solidFill>
                <a:latin typeface="Tahoma"/>
                <a:cs typeface="Tahoma"/>
              </a:rPr>
              <a:t>	</a:t>
            </a:r>
            <a:r>
              <a:rPr sz="1800" b="1" spc="-75" dirty="0">
                <a:solidFill>
                  <a:srgbClr val="434343"/>
                </a:solidFill>
                <a:latin typeface="Tahoma"/>
                <a:cs typeface="Tahoma"/>
              </a:rPr>
              <a:t>T</a:t>
            </a:r>
            <a:r>
              <a:rPr lang="en-US" sz="1800" b="1" spc="-75" dirty="0">
                <a:solidFill>
                  <a:srgbClr val="434343"/>
                </a:solidFill>
                <a:latin typeface="Tahoma"/>
                <a:cs typeface="Tahoma"/>
              </a:rPr>
              <a:t>ea</a:t>
            </a:r>
            <a:r>
              <a:rPr sz="1800" b="1" spc="-75" dirty="0">
                <a:solidFill>
                  <a:srgbClr val="434343"/>
                </a:solidFill>
                <a:latin typeface="Tahoma"/>
                <a:cs typeface="Tahoma"/>
              </a:rPr>
              <a:t>m</a:t>
            </a:r>
            <a:r>
              <a:rPr sz="1800" b="1" spc="-110" dirty="0">
                <a:solidFill>
                  <a:srgbClr val="434343"/>
                </a:solidFill>
                <a:latin typeface="Tahoma"/>
                <a:cs typeface="Tahoma"/>
              </a:rPr>
              <a:t> </a:t>
            </a:r>
            <a:r>
              <a:rPr sz="1800" b="1" spc="-10" dirty="0">
                <a:solidFill>
                  <a:srgbClr val="434343"/>
                </a:solidFill>
                <a:latin typeface="Tahoma"/>
                <a:cs typeface="Tahoma"/>
              </a:rPr>
              <a:t>n</a:t>
            </a:r>
            <a:r>
              <a:rPr lang="en-US" sz="1800" b="1" spc="-10" dirty="0">
                <a:solidFill>
                  <a:srgbClr val="434343"/>
                </a:solidFill>
                <a:latin typeface="Tahoma"/>
                <a:cs typeface="Tahoma"/>
              </a:rPr>
              <a:t>a</a:t>
            </a:r>
            <a:r>
              <a:rPr sz="1800" b="1" spc="-10" dirty="0">
                <a:solidFill>
                  <a:srgbClr val="434343"/>
                </a:solidFill>
                <a:latin typeface="Tahoma"/>
                <a:cs typeface="Tahoma"/>
              </a:rPr>
              <a:t>m</a:t>
            </a:r>
            <a:r>
              <a:rPr lang="en-US" sz="1800" b="1" spc="-10" dirty="0">
                <a:solidFill>
                  <a:srgbClr val="434343"/>
                </a:solidFill>
                <a:latin typeface="Tahoma"/>
                <a:cs typeface="Tahoma"/>
              </a:rPr>
              <a:t>e</a:t>
            </a:r>
            <a:r>
              <a:rPr sz="1800" b="1" spc="-10" dirty="0">
                <a:solidFill>
                  <a:srgbClr val="434343"/>
                </a:solidFill>
                <a:latin typeface="Tahoma"/>
                <a:cs typeface="Tahoma"/>
              </a:rPr>
              <a:t>:</a:t>
            </a:r>
            <a:r>
              <a:rPr lang="en-US" sz="1800" b="1" spc="-10" dirty="0">
                <a:solidFill>
                  <a:srgbClr val="434343"/>
                </a:solidFill>
                <a:latin typeface="Tahoma"/>
                <a:cs typeface="Tahoma"/>
              </a:rPr>
              <a:t> </a:t>
            </a:r>
            <a:r>
              <a:rPr lang="en-US" sz="1800" spc="-10" dirty="0">
                <a:solidFill>
                  <a:srgbClr val="434343"/>
                </a:solidFill>
                <a:latin typeface="Tahoma"/>
                <a:cs typeface="Tahoma"/>
              </a:rPr>
              <a:t>Tech Pirates</a:t>
            </a:r>
            <a:endParaRPr sz="1800" dirty="0">
              <a:latin typeface="Tahoma"/>
              <a:cs typeface="Tahoma"/>
            </a:endParaRPr>
          </a:p>
          <a:p>
            <a:pPr marL="926465" indent="-433070">
              <a:lnSpc>
                <a:spcPct val="100000"/>
              </a:lnSpc>
              <a:buAutoNum type="alphaLcPeriod" startAt="2"/>
              <a:tabLst>
                <a:tab pos="926465" algn="l"/>
              </a:tabLst>
            </a:pPr>
            <a:r>
              <a:rPr sz="1800" b="1" spc="-75" dirty="0">
                <a:solidFill>
                  <a:srgbClr val="434343"/>
                </a:solidFill>
                <a:latin typeface="Tahoma"/>
                <a:cs typeface="Tahoma"/>
              </a:rPr>
              <a:t>T</a:t>
            </a:r>
            <a:r>
              <a:rPr lang="en-US" sz="1800" b="1" spc="-75" dirty="0">
                <a:solidFill>
                  <a:srgbClr val="434343"/>
                </a:solidFill>
                <a:latin typeface="Tahoma"/>
                <a:cs typeface="Tahoma"/>
              </a:rPr>
              <a:t>ea</a:t>
            </a:r>
            <a:r>
              <a:rPr sz="1800" b="1" spc="-75" dirty="0">
                <a:solidFill>
                  <a:srgbClr val="434343"/>
                </a:solidFill>
                <a:latin typeface="Tahoma"/>
                <a:cs typeface="Tahoma"/>
              </a:rPr>
              <a:t>m</a:t>
            </a:r>
            <a:r>
              <a:rPr sz="1800" b="1" spc="-110" dirty="0">
                <a:solidFill>
                  <a:srgbClr val="434343"/>
                </a:solidFill>
                <a:latin typeface="Tahoma"/>
                <a:cs typeface="Tahoma"/>
              </a:rPr>
              <a:t> </a:t>
            </a:r>
            <a:r>
              <a:rPr sz="1800" b="1" dirty="0">
                <a:solidFill>
                  <a:srgbClr val="434343"/>
                </a:solidFill>
                <a:latin typeface="Tahoma"/>
                <a:cs typeface="Tahoma"/>
              </a:rPr>
              <a:t>l</a:t>
            </a:r>
            <a:r>
              <a:rPr lang="en-US" sz="1800" b="1" dirty="0">
                <a:solidFill>
                  <a:srgbClr val="434343"/>
                </a:solidFill>
                <a:latin typeface="Tahoma"/>
                <a:cs typeface="Tahoma"/>
              </a:rPr>
              <a:t>ea</a:t>
            </a:r>
            <a:r>
              <a:rPr sz="1800" b="1" dirty="0">
                <a:solidFill>
                  <a:srgbClr val="434343"/>
                </a:solidFill>
                <a:latin typeface="Tahoma"/>
                <a:cs typeface="Tahoma"/>
              </a:rPr>
              <a:t>d</a:t>
            </a:r>
            <a:r>
              <a:rPr lang="en-US" sz="1800" b="1" dirty="0">
                <a:solidFill>
                  <a:srgbClr val="434343"/>
                </a:solidFill>
                <a:latin typeface="Tahoma"/>
                <a:cs typeface="Tahoma"/>
              </a:rPr>
              <a:t>e</a:t>
            </a:r>
            <a:r>
              <a:rPr sz="1800" b="1" dirty="0">
                <a:solidFill>
                  <a:srgbClr val="434343"/>
                </a:solidFill>
                <a:latin typeface="Tahoma"/>
                <a:cs typeface="Tahoma"/>
              </a:rPr>
              <a:t>r</a:t>
            </a:r>
            <a:r>
              <a:rPr sz="1800" b="1" spc="-110" dirty="0">
                <a:solidFill>
                  <a:srgbClr val="434343"/>
                </a:solidFill>
                <a:latin typeface="Tahoma"/>
                <a:cs typeface="Tahoma"/>
              </a:rPr>
              <a:t> </a:t>
            </a:r>
            <a:r>
              <a:rPr sz="1800" b="1" spc="-10" dirty="0">
                <a:solidFill>
                  <a:srgbClr val="434343"/>
                </a:solidFill>
                <a:latin typeface="Tahoma"/>
                <a:cs typeface="Tahoma"/>
              </a:rPr>
              <a:t>n</a:t>
            </a:r>
            <a:r>
              <a:rPr lang="en-US" sz="1800" b="1" spc="-10" dirty="0">
                <a:solidFill>
                  <a:srgbClr val="434343"/>
                </a:solidFill>
                <a:latin typeface="Tahoma"/>
                <a:cs typeface="Tahoma"/>
              </a:rPr>
              <a:t>a</a:t>
            </a:r>
            <a:r>
              <a:rPr sz="1800" b="1" spc="-10" dirty="0">
                <a:solidFill>
                  <a:srgbClr val="434343"/>
                </a:solidFill>
                <a:latin typeface="Tahoma"/>
                <a:cs typeface="Tahoma"/>
              </a:rPr>
              <a:t>m</a:t>
            </a:r>
            <a:r>
              <a:rPr lang="en-US" sz="1800" b="1" spc="-10" dirty="0">
                <a:solidFill>
                  <a:srgbClr val="434343"/>
                </a:solidFill>
                <a:latin typeface="Tahoma"/>
                <a:cs typeface="Tahoma"/>
              </a:rPr>
              <a:t>e</a:t>
            </a:r>
            <a:r>
              <a:rPr sz="1800" b="1" spc="-10" dirty="0">
                <a:solidFill>
                  <a:srgbClr val="434343"/>
                </a:solidFill>
                <a:latin typeface="Tahoma"/>
                <a:cs typeface="Tahoma"/>
              </a:rPr>
              <a:t>:</a:t>
            </a:r>
            <a:r>
              <a:rPr lang="en-US" sz="1800" b="1" spc="-10" dirty="0">
                <a:solidFill>
                  <a:srgbClr val="434343"/>
                </a:solidFill>
                <a:latin typeface="Tahoma"/>
                <a:cs typeface="Tahoma"/>
              </a:rPr>
              <a:t> </a:t>
            </a:r>
            <a:r>
              <a:rPr lang="en-US" sz="1800" spc="-10" dirty="0" err="1">
                <a:solidFill>
                  <a:srgbClr val="434343"/>
                </a:solidFill>
                <a:latin typeface="Tahoma"/>
                <a:cs typeface="Tahoma"/>
              </a:rPr>
              <a:t>Kunal</a:t>
            </a:r>
            <a:r>
              <a:rPr lang="en-US" sz="1800" spc="-10" dirty="0">
                <a:solidFill>
                  <a:srgbClr val="434343"/>
                </a:solidFill>
                <a:latin typeface="Tahoma"/>
                <a:cs typeface="Tahoma"/>
              </a:rPr>
              <a:t> </a:t>
            </a:r>
            <a:r>
              <a:rPr lang="en-US" sz="1800" spc="-10" dirty="0" err="1">
                <a:solidFill>
                  <a:srgbClr val="434343"/>
                </a:solidFill>
                <a:latin typeface="Tahoma"/>
                <a:cs typeface="Tahoma"/>
              </a:rPr>
              <a:t>Ambelkar</a:t>
            </a:r>
            <a:endParaRPr sz="1800" dirty="0">
              <a:latin typeface="Tahoma"/>
              <a:cs typeface="Tahoma"/>
            </a:endParaRPr>
          </a:p>
          <a:p>
            <a:pPr marL="926465" indent="-422909">
              <a:lnSpc>
                <a:spcPct val="100000"/>
              </a:lnSpc>
              <a:buAutoNum type="alphaLcPeriod" startAt="2"/>
              <a:tabLst>
                <a:tab pos="926465" algn="l"/>
              </a:tabLst>
            </a:pPr>
            <a:r>
              <a:rPr sz="1800" b="1" spc="-35" dirty="0">
                <a:solidFill>
                  <a:srgbClr val="434343"/>
                </a:solidFill>
                <a:latin typeface="Tahoma"/>
                <a:cs typeface="Tahoma"/>
              </a:rPr>
              <a:t>Probl</a:t>
            </a:r>
            <a:r>
              <a:rPr lang="en-US" b="1" spc="-35" dirty="0">
                <a:solidFill>
                  <a:srgbClr val="434343"/>
                </a:solidFill>
                <a:latin typeface="Tahoma"/>
                <a:cs typeface="Tahoma"/>
              </a:rPr>
              <a:t>e</a:t>
            </a:r>
            <a:r>
              <a:rPr sz="1800" b="1" spc="-35" dirty="0">
                <a:solidFill>
                  <a:srgbClr val="434343"/>
                </a:solidFill>
                <a:latin typeface="Tahoma"/>
                <a:cs typeface="Tahoma"/>
              </a:rPr>
              <a:t>m</a:t>
            </a:r>
            <a:r>
              <a:rPr sz="1800" b="1" spc="-30" dirty="0">
                <a:solidFill>
                  <a:srgbClr val="434343"/>
                </a:solidFill>
                <a:latin typeface="Tahoma"/>
                <a:cs typeface="Tahoma"/>
              </a:rPr>
              <a:t> </a:t>
            </a:r>
            <a:r>
              <a:rPr sz="1800" b="1" spc="-55" dirty="0">
                <a:solidFill>
                  <a:srgbClr val="434343"/>
                </a:solidFill>
                <a:latin typeface="Tahoma"/>
                <a:cs typeface="Tahoma"/>
              </a:rPr>
              <a:t>St</a:t>
            </a:r>
            <a:r>
              <a:rPr lang="en-US" sz="1800" b="1" spc="-55" dirty="0">
                <a:solidFill>
                  <a:srgbClr val="434343"/>
                </a:solidFill>
                <a:latin typeface="Tahoma"/>
                <a:cs typeface="Tahoma"/>
              </a:rPr>
              <a:t>a</a:t>
            </a:r>
            <a:r>
              <a:rPr sz="1800" b="1" spc="-55" dirty="0">
                <a:solidFill>
                  <a:srgbClr val="434343"/>
                </a:solidFill>
                <a:latin typeface="Tahoma"/>
                <a:cs typeface="Tahoma"/>
              </a:rPr>
              <a:t>t</a:t>
            </a:r>
            <a:r>
              <a:rPr lang="en-US" sz="1800" b="1" spc="-55" dirty="0">
                <a:solidFill>
                  <a:srgbClr val="434343"/>
                </a:solidFill>
                <a:latin typeface="Tahoma"/>
                <a:cs typeface="Tahoma"/>
              </a:rPr>
              <a:t>e</a:t>
            </a:r>
            <a:r>
              <a:rPr sz="1800" b="1" spc="-55" dirty="0">
                <a:solidFill>
                  <a:srgbClr val="434343"/>
                </a:solidFill>
                <a:latin typeface="Tahoma"/>
                <a:cs typeface="Tahoma"/>
              </a:rPr>
              <a:t>m</a:t>
            </a:r>
            <a:r>
              <a:rPr lang="en-US" sz="1800" b="1" spc="-55" dirty="0">
                <a:solidFill>
                  <a:srgbClr val="434343"/>
                </a:solidFill>
                <a:latin typeface="Tahoma"/>
                <a:cs typeface="Tahoma"/>
              </a:rPr>
              <a:t>e</a:t>
            </a:r>
            <a:r>
              <a:rPr sz="1800" b="1" spc="-55" dirty="0">
                <a:solidFill>
                  <a:srgbClr val="434343"/>
                </a:solidFill>
                <a:latin typeface="Tahoma"/>
                <a:cs typeface="Tahoma"/>
              </a:rPr>
              <a:t>nt:</a:t>
            </a:r>
            <a:r>
              <a:rPr sz="1800" b="1" spc="-30" dirty="0">
                <a:solidFill>
                  <a:srgbClr val="434343"/>
                </a:solidFill>
                <a:latin typeface="Tahoma"/>
                <a:cs typeface="Tahoma"/>
              </a:rPr>
              <a:t> </a:t>
            </a:r>
            <a:r>
              <a:rPr lang="en-US" spc="-30" dirty="0">
                <a:solidFill>
                  <a:srgbClr val="434343"/>
                </a:solidFill>
                <a:latin typeface="Tahoma"/>
                <a:cs typeface="Tahoma"/>
              </a:rPr>
              <a:t>Open Innovation</a:t>
            </a:r>
          </a:p>
          <a:p>
            <a:pPr marL="926465" indent="-422909">
              <a:lnSpc>
                <a:spcPct val="100000"/>
              </a:lnSpc>
              <a:buAutoNum type="alphaLcPeriod" startAt="2"/>
              <a:tabLst>
                <a:tab pos="926465" algn="l"/>
              </a:tabLst>
            </a:pPr>
            <a:r>
              <a:rPr lang="en-US" b="1" spc="-30" dirty="0">
                <a:solidFill>
                  <a:srgbClr val="434343"/>
                </a:solidFill>
                <a:latin typeface="Tahoma"/>
                <a:cs typeface="Tahoma"/>
              </a:rPr>
              <a:t>Theme : </a:t>
            </a:r>
            <a:r>
              <a:rPr lang="en-US" spc="-30" dirty="0">
                <a:solidFill>
                  <a:srgbClr val="434343"/>
                </a:solidFill>
                <a:latin typeface="Tahoma"/>
                <a:cs typeface="Tahoma"/>
              </a:rPr>
              <a:t>Leveraging the power of AI</a:t>
            </a:r>
            <a:endParaRPr sz="1800" dirty="0">
              <a:latin typeface="Tahoma"/>
              <a:cs typeface="Tahoma"/>
            </a:endParaRPr>
          </a:p>
        </p:txBody>
      </p:sp>
      <p:pic>
        <p:nvPicPr>
          <p:cNvPr id="3" name="object 3"/>
          <p:cNvPicPr/>
          <p:nvPr/>
        </p:nvPicPr>
        <p:blipFill>
          <a:blip r:embed="rId2" cstate="print"/>
          <a:stretch>
            <a:fillRect/>
          </a:stretch>
        </p:blipFill>
        <p:spPr>
          <a:xfrm>
            <a:off x="0" y="0"/>
            <a:ext cx="9085198" cy="30283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7200" y="870230"/>
            <a:ext cx="6301540" cy="382156"/>
          </a:xfrm>
          <a:prstGeom prst="rect">
            <a:avLst/>
          </a:prstGeom>
        </p:spPr>
        <p:txBody>
          <a:bodyPr vert="horz" wrap="square" lIns="0" tIns="12700" rIns="0" bIns="0" rtlCol="0">
            <a:spAutoFit/>
          </a:bodyPr>
          <a:lstStyle/>
          <a:p>
            <a:pPr marL="12700">
              <a:lnSpc>
                <a:spcPct val="100000"/>
              </a:lnSpc>
              <a:spcBef>
                <a:spcPts val="100"/>
              </a:spcBef>
            </a:pPr>
            <a:r>
              <a:rPr lang="en-US" sz="2400" b="1" spc="-110" dirty="0">
                <a:solidFill>
                  <a:srgbClr val="434343"/>
                </a:solidFill>
                <a:latin typeface="Tahoma"/>
                <a:cs typeface="Tahoma"/>
              </a:rPr>
              <a:t>P</a:t>
            </a:r>
            <a:r>
              <a:rPr sz="2400" b="1" spc="-25" dirty="0">
                <a:solidFill>
                  <a:srgbClr val="434343"/>
                </a:solidFill>
                <a:latin typeface="Tahoma"/>
                <a:cs typeface="Tahoma"/>
              </a:rPr>
              <a:t>robl</a:t>
            </a:r>
            <a:r>
              <a:rPr lang="en-US" sz="2400" b="1" spc="-25" dirty="0">
                <a:solidFill>
                  <a:srgbClr val="434343"/>
                </a:solidFill>
                <a:latin typeface="Tahoma"/>
                <a:cs typeface="Tahoma"/>
              </a:rPr>
              <a:t>e</a:t>
            </a:r>
            <a:r>
              <a:rPr sz="2400" b="1" spc="-25" dirty="0">
                <a:solidFill>
                  <a:srgbClr val="434343"/>
                </a:solidFill>
                <a:latin typeface="Tahoma"/>
                <a:cs typeface="Tahoma"/>
              </a:rPr>
              <a:t>m</a:t>
            </a:r>
            <a:r>
              <a:rPr sz="2400" b="1" spc="-80" dirty="0">
                <a:solidFill>
                  <a:srgbClr val="434343"/>
                </a:solidFill>
                <a:latin typeface="Tahoma"/>
                <a:cs typeface="Tahoma"/>
              </a:rPr>
              <a:t> </a:t>
            </a:r>
            <a:r>
              <a:rPr sz="2400" b="1" spc="-35" dirty="0">
                <a:solidFill>
                  <a:srgbClr val="434343"/>
                </a:solidFill>
                <a:latin typeface="Tahoma"/>
                <a:cs typeface="Tahoma"/>
              </a:rPr>
              <a:t>st</a:t>
            </a:r>
            <a:r>
              <a:rPr lang="en-US" sz="2400" b="1" spc="-35" dirty="0">
                <a:solidFill>
                  <a:srgbClr val="434343"/>
                </a:solidFill>
                <a:latin typeface="Tahoma"/>
                <a:cs typeface="Tahoma"/>
              </a:rPr>
              <a:t>a</a:t>
            </a:r>
            <a:r>
              <a:rPr sz="2400" b="1" spc="-35" dirty="0">
                <a:solidFill>
                  <a:srgbClr val="434343"/>
                </a:solidFill>
                <a:latin typeface="Tahoma"/>
                <a:cs typeface="Tahoma"/>
              </a:rPr>
              <a:t>t</a:t>
            </a:r>
            <a:r>
              <a:rPr lang="en-US" sz="2400" b="1" spc="-35" dirty="0">
                <a:solidFill>
                  <a:srgbClr val="434343"/>
                </a:solidFill>
                <a:latin typeface="Tahoma"/>
                <a:cs typeface="Tahoma"/>
              </a:rPr>
              <a:t>e</a:t>
            </a:r>
            <a:r>
              <a:rPr sz="2400" b="1" spc="-35" dirty="0">
                <a:solidFill>
                  <a:srgbClr val="434343"/>
                </a:solidFill>
                <a:latin typeface="Tahoma"/>
                <a:cs typeface="Tahoma"/>
              </a:rPr>
              <a:t>m</a:t>
            </a:r>
            <a:r>
              <a:rPr lang="en-US" sz="2400" b="1" spc="-35" dirty="0">
                <a:solidFill>
                  <a:srgbClr val="434343"/>
                </a:solidFill>
                <a:latin typeface="Tahoma"/>
                <a:cs typeface="Tahoma"/>
              </a:rPr>
              <a:t>e</a:t>
            </a:r>
            <a:r>
              <a:rPr sz="2400" b="1" spc="-35" dirty="0">
                <a:solidFill>
                  <a:srgbClr val="434343"/>
                </a:solidFill>
                <a:latin typeface="Tahoma"/>
                <a:cs typeface="Tahoma"/>
              </a:rPr>
              <a:t>nt</a:t>
            </a:r>
            <a:r>
              <a:rPr sz="2400" b="1" spc="-75" dirty="0">
                <a:solidFill>
                  <a:srgbClr val="434343"/>
                </a:solidFill>
                <a:latin typeface="Tahoma"/>
                <a:cs typeface="Tahoma"/>
              </a:rPr>
              <a:t> </a:t>
            </a:r>
            <a:r>
              <a:rPr lang="en-US" sz="2400" b="1" spc="-10" dirty="0">
                <a:solidFill>
                  <a:srgbClr val="434343"/>
                </a:solidFill>
                <a:latin typeface="Tahoma"/>
                <a:cs typeface="Tahoma"/>
              </a:rPr>
              <a:t>and Solution</a:t>
            </a:r>
            <a:endParaRPr sz="2400" dirty="0">
              <a:latin typeface="Tahoma"/>
              <a:cs typeface="Tahoma"/>
            </a:endParaRPr>
          </a:p>
        </p:txBody>
      </p:sp>
      <p:pic>
        <p:nvPicPr>
          <p:cNvPr id="3" name="object 3"/>
          <p:cNvPicPr/>
          <p:nvPr/>
        </p:nvPicPr>
        <p:blipFill>
          <a:blip r:embed="rId2" cstate="print"/>
          <a:stretch>
            <a:fillRect/>
          </a:stretch>
        </p:blipFill>
        <p:spPr>
          <a:xfrm>
            <a:off x="159800" y="174174"/>
            <a:ext cx="1826526" cy="327424"/>
          </a:xfrm>
          <a:prstGeom prst="rect">
            <a:avLst/>
          </a:prstGeom>
        </p:spPr>
      </p:pic>
      <p:sp>
        <p:nvSpPr>
          <p:cNvPr id="4" name="Rectangle 3"/>
          <p:cNvSpPr/>
          <p:nvPr/>
        </p:nvSpPr>
        <p:spPr>
          <a:xfrm>
            <a:off x="838200" y="1428750"/>
            <a:ext cx="7695197" cy="1200329"/>
          </a:xfrm>
          <a:prstGeom prst="rect">
            <a:avLst/>
          </a:prstGeom>
        </p:spPr>
        <p:txBody>
          <a:bodyPr wrap="square">
            <a:spAutoFit/>
          </a:bodyPr>
          <a:lstStyle/>
          <a:p>
            <a:r>
              <a:rPr lang="en-US" b="1" dirty="0"/>
              <a:t>Problem Statement:</a:t>
            </a:r>
            <a:r>
              <a:rPr lang="en-US" dirty="0"/>
              <a:t> Many people grow plants at home or on farms but struggle to identify plant species and detect diseases at an early stage. Incorrect identification and lack of timely care often lead to poor plant health and reduced yield.</a:t>
            </a:r>
            <a:endParaRPr lang="en-IN" dirty="0"/>
          </a:p>
        </p:txBody>
      </p:sp>
      <p:sp>
        <p:nvSpPr>
          <p:cNvPr id="5" name="Rectangle 4"/>
          <p:cNvSpPr/>
          <p:nvPr/>
        </p:nvSpPr>
        <p:spPr>
          <a:xfrm>
            <a:off x="826168" y="2876550"/>
            <a:ext cx="7666268" cy="1477328"/>
          </a:xfrm>
          <a:prstGeom prst="rect">
            <a:avLst/>
          </a:prstGeom>
        </p:spPr>
        <p:txBody>
          <a:bodyPr wrap="square">
            <a:spAutoFit/>
          </a:bodyPr>
          <a:lstStyle/>
          <a:p>
            <a:r>
              <a:rPr lang="en-US" b="1" dirty="0"/>
              <a:t>Solution: </a:t>
            </a:r>
            <a:r>
              <a:rPr lang="en-US" dirty="0"/>
              <a:t>Our solution is an AI-powered web application where users upload an image of a plant. The system identifies the plant species, detects possible diseases using Google Gemini, and provides personalized plant care tips. This helps users take quick and informed action to maintain healthy plants.</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85800" y="791677"/>
            <a:ext cx="6510655" cy="423193"/>
          </a:xfrm>
          <a:prstGeom prst="rect">
            <a:avLst/>
          </a:prstGeom>
        </p:spPr>
        <p:txBody>
          <a:bodyPr vert="horz" wrap="square" lIns="0" tIns="53340" rIns="0" bIns="0" rtlCol="0">
            <a:spAutoFit/>
          </a:bodyPr>
          <a:lstStyle/>
          <a:p>
            <a:pPr marL="12700">
              <a:lnSpc>
                <a:spcPct val="100000"/>
              </a:lnSpc>
              <a:spcBef>
                <a:spcPts val="420"/>
              </a:spcBef>
            </a:pPr>
            <a:r>
              <a:rPr sz="2400" b="1" spc="-10" dirty="0">
                <a:solidFill>
                  <a:srgbClr val="434343"/>
                </a:solidFill>
                <a:latin typeface="Tahoma"/>
                <a:cs typeface="Tahoma"/>
              </a:rPr>
              <a:t>Opportuniti</a:t>
            </a:r>
            <a:r>
              <a:rPr lang="en-US" sz="2400" b="1" spc="-10" dirty="0">
                <a:solidFill>
                  <a:srgbClr val="434343"/>
                </a:solidFill>
                <a:latin typeface="Tahoma"/>
                <a:cs typeface="Tahoma"/>
              </a:rPr>
              <a:t>e</a:t>
            </a:r>
            <a:r>
              <a:rPr sz="2400" b="1" spc="-10" dirty="0">
                <a:solidFill>
                  <a:srgbClr val="434343"/>
                </a:solidFill>
                <a:latin typeface="Tahoma"/>
                <a:cs typeface="Tahoma"/>
              </a:rPr>
              <a:t>s</a:t>
            </a:r>
            <a:endParaRPr sz="2400" dirty="0">
              <a:latin typeface="Tahoma"/>
              <a:cs typeface="Tahoma"/>
            </a:endParaRPr>
          </a:p>
        </p:txBody>
      </p:sp>
      <p:pic>
        <p:nvPicPr>
          <p:cNvPr id="3" name="object 3"/>
          <p:cNvPicPr/>
          <p:nvPr/>
        </p:nvPicPr>
        <p:blipFill>
          <a:blip r:embed="rId2" cstate="print"/>
          <a:stretch>
            <a:fillRect/>
          </a:stretch>
        </p:blipFill>
        <p:spPr>
          <a:xfrm>
            <a:off x="159800" y="174174"/>
            <a:ext cx="1826526" cy="327424"/>
          </a:xfrm>
          <a:prstGeom prst="rect">
            <a:avLst/>
          </a:prstGeom>
        </p:spPr>
      </p:pic>
      <p:sp>
        <p:nvSpPr>
          <p:cNvPr id="4" name="Rectangle 3"/>
          <p:cNvSpPr/>
          <p:nvPr/>
        </p:nvSpPr>
        <p:spPr>
          <a:xfrm>
            <a:off x="762000" y="1504949"/>
            <a:ext cx="7467600" cy="369332"/>
          </a:xfrm>
          <a:prstGeom prst="rect">
            <a:avLst/>
          </a:prstGeom>
        </p:spPr>
        <p:txBody>
          <a:bodyPr wrap="square">
            <a:spAutoFit/>
          </a:bodyPr>
          <a:lstStyle/>
          <a:p>
            <a:pPr marL="342900" indent="-342900">
              <a:buFont typeface="+mj-lt"/>
              <a:buAutoNum type="alphaLcPeriod"/>
            </a:pPr>
            <a:r>
              <a:rPr lang="en-US" b="1" dirty="0"/>
              <a:t>How is it different from existing ideas?</a:t>
            </a:r>
            <a:endParaRPr lang="en-US" dirty="0"/>
          </a:p>
        </p:txBody>
      </p:sp>
      <p:sp>
        <p:nvSpPr>
          <p:cNvPr id="5" name="Rectangle 4"/>
          <p:cNvSpPr/>
          <p:nvPr/>
        </p:nvSpPr>
        <p:spPr>
          <a:xfrm>
            <a:off x="1073062" y="1863252"/>
            <a:ext cx="7766137" cy="1200329"/>
          </a:xfrm>
          <a:prstGeom prst="rect">
            <a:avLst/>
          </a:prstGeom>
        </p:spPr>
        <p:txBody>
          <a:bodyPr wrap="square">
            <a:spAutoFit/>
          </a:bodyPr>
          <a:lstStyle/>
          <a:p>
            <a:pPr marL="342900" lvl="8" indent="-342900">
              <a:buFont typeface="Arial" panose="020B0604020202020204" pitchFamily="34" charset="0"/>
              <a:buChar char="•"/>
            </a:pPr>
            <a:r>
              <a:rPr lang="en-US" dirty="0"/>
              <a:t>Combines plant identification, disease detection, and care suggestions in one platform</a:t>
            </a:r>
          </a:p>
          <a:p>
            <a:pPr marL="342900" lvl="4" indent="-342900">
              <a:buFont typeface="Arial" panose="020B0604020202020204" pitchFamily="34" charset="0"/>
              <a:buChar char="•"/>
            </a:pPr>
            <a:r>
              <a:rPr lang="en-US" dirty="0"/>
              <a:t>Uses Google Gemini for intelligent image understanding and reasoning</a:t>
            </a:r>
          </a:p>
          <a:p>
            <a:pPr marL="342900" lvl="4" indent="-342900">
              <a:buFont typeface="Arial" panose="020B0604020202020204" pitchFamily="34" charset="0"/>
              <a:buChar char="•"/>
            </a:pPr>
            <a:r>
              <a:rPr lang="en-US" dirty="0"/>
              <a:t>Simple web-based solution, no expert knowledge required</a:t>
            </a:r>
          </a:p>
        </p:txBody>
      </p:sp>
      <p:sp>
        <p:nvSpPr>
          <p:cNvPr id="6" name="Rectangle 5"/>
          <p:cNvSpPr/>
          <p:nvPr/>
        </p:nvSpPr>
        <p:spPr>
          <a:xfrm>
            <a:off x="1149262" y="3539652"/>
            <a:ext cx="6470737" cy="923330"/>
          </a:xfrm>
          <a:prstGeom prst="rect">
            <a:avLst/>
          </a:prstGeom>
        </p:spPr>
        <p:txBody>
          <a:bodyPr wrap="square">
            <a:spAutoFit/>
          </a:bodyPr>
          <a:lstStyle/>
          <a:p>
            <a:pPr marL="342900" indent="-342900">
              <a:buFont typeface="Arial" panose="020B0604020202020204" pitchFamily="34" charset="0"/>
              <a:buChar char="•"/>
            </a:pPr>
            <a:r>
              <a:rPr lang="en-US" dirty="0"/>
              <a:t>Early disease detection reduces plant damage</a:t>
            </a:r>
          </a:p>
          <a:p>
            <a:pPr marL="342900" indent="-342900">
              <a:buFont typeface="Arial" panose="020B0604020202020204" pitchFamily="34" charset="0"/>
              <a:buChar char="•"/>
            </a:pPr>
            <a:r>
              <a:rPr lang="en-US" dirty="0"/>
              <a:t>Accurate identification improves plant care decisions</a:t>
            </a:r>
          </a:p>
          <a:p>
            <a:pPr marL="342900" indent="-342900">
              <a:buFont typeface="Arial" panose="020B0604020202020204" pitchFamily="34" charset="0"/>
              <a:buChar char="•"/>
            </a:pPr>
            <a:r>
              <a:rPr lang="en-US" dirty="0"/>
              <a:t>Easy accessibility helps farmers, gardeners, and students</a:t>
            </a:r>
          </a:p>
        </p:txBody>
      </p:sp>
      <p:sp>
        <p:nvSpPr>
          <p:cNvPr id="7" name="Rectangle 6"/>
          <p:cNvSpPr/>
          <p:nvPr/>
        </p:nvSpPr>
        <p:spPr>
          <a:xfrm>
            <a:off x="762000" y="3181349"/>
            <a:ext cx="4057521" cy="369332"/>
          </a:xfrm>
          <a:prstGeom prst="rect">
            <a:avLst/>
          </a:prstGeom>
        </p:spPr>
        <p:txBody>
          <a:bodyPr wrap="none">
            <a:spAutoFit/>
          </a:bodyPr>
          <a:lstStyle/>
          <a:p>
            <a:pPr lvl="2"/>
            <a:r>
              <a:rPr lang="en-US" b="1" dirty="0"/>
              <a:t>b.   How does it solve the problem?</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45800" y="879281"/>
            <a:ext cx="4191000" cy="382156"/>
          </a:xfrm>
          <a:prstGeom prst="rect">
            <a:avLst/>
          </a:prstGeom>
        </p:spPr>
        <p:txBody>
          <a:bodyPr vert="horz" wrap="square" lIns="0" tIns="12700" rIns="0" bIns="0" rtlCol="0">
            <a:spAutoFit/>
          </a:bodyPr>
          <a:lstStyle/>
          <a:p>
            <a:pPr marL="12700">
              <a:lnSpc>
                <a:spcPct val="100000"/>
              </a:lnSpc>
              <a:spcBef>
                <a:spcPts val="100"/>
              </a:spcBef>
            </a:pPr>
            <a:r>
              <a:rPr sz="2400" b="1" spc="-45" dirty="0">
                <a:solidFill>
                  <a:srgbClr val="434343"/>
                </a:solidFill>
                <a:latin typeface="Tahoma"/>
                <a:cs typeface="Tahoma"/>
              </a:rPr>
              <a:t>List</a:t>
            </a:r>
            <a:r>
              <a:rPr sz="2400" b="1" spc="-90" dirty="0">
                <a:solidFill>
                  <a:srgbClr val="434343"/>
                </a:solidFill>
                <a:latin typeface="Tahoma"/>
                <a:cs typeface="Tahoma"/>
              </a:rPr>
              <a:t> </a:t>
            </a:r>
            <a:r>
              <a:rPr sz="2400" b="1" spc="-200" dirty="0">
                <a:solidFill>
                  <a:srgbClr val="434343"/>
                </a:solidFill>
                <a:latin typeface="Tahoma"/>
                <a:cs typeface="Tahoma"/>
              </a:rPr>
              <a:t>of</a:t>
            </a:r>
            <a:r>
              <a:rPr sz="2400" b="1" spc="-90" dirty="0">
                <a:solidFill>
                  <a:srgbClr val="434343"/>
                </a:solidFill>
                <a:latin typeface="Tahoma"/>
                <a:cs typeface="Tahoma"/>
              </a:rPr>
              <a:t> </a:t>
            </a:r>
            <a:r>
              <a:rPr sz="2400" b="1" spc="-80" dirty="0">
                <a:solidFill>
                  <a:srgbClr val="434343"/>
                </a:solidFill>
                <a:latin typeface="Tahoma"/>
                <a:cs typeface="Tahoma"/>
              </a:rPr>
              <a:t>f</a:t>
            </a:r>
            <a:r>
              <a:rPr lang="en-US" sz="2400" b="1" spc="-80" dirty="0">
                <a:solidFill>
                  <a:srgbClr val="434343"/>
                </a:solidFill>
                <a:latin typeface="Tahoma"/>
                <a:cs typeface="Tahoma"/>
              </a:rPr>
              <a:t>ea</a:t>
            </a:r>
            <a:r>
              <a:rPr sz="2400" b="1" spc="-80" dirty="0">
                <a:solidFill>
                  <a:srgbClr val="434343"/>
                </a:solidFill>
                <a:latin typeface="Tahoma"/>
                <a:cs typeface="Tahoma"/>
              </a:rPr>
              <a:t>tur</a:t>
            </a:r>
            <a:r>
              <a:rPr lang="en-US" sz="2400" b="1" spc="-80" dirty="0">
                <a:solidFill>
                  <a:srgbClr val="434343"/>
                </a:solidFill>
                <a:latin typeface="Tahoma"/>
                <a:cs typeface="Tahoma"/>
              </a:rPr>
              <a:t>e</a:t>
            </a:r>
            <a:r>
              <a:rPr sz="2400" b="1" spc="-80" dirty="0">
                <a:solidFill>
                  <a:srgbClr val="434343"/>
                </a:solidFill>
                <a:latin typeface="Tahoma"/>
                <a:cs typeface="Tahoma"/>
              </a:rPr>
              <a:t>s</a:t>
            </a:r>
            <a:r>
              <a:rPr sz="2400" b="1" spc="-90" dirty="0">
                <a:solidFill>
                  <a:srgbClr val="434343"/>
                </a:solidFill>
                <a:latin typeface="Tahoma"/>
                <a:cs typeface="Tahoma"/>
              </a:rPr>
              <a:t> </a:t>
            </a:r>
            <a:r>
              <a:rPr sz="2400" b="1" dirty="0">
                <a:solidFill>
                  <a:srgbClr val="434343"/>
                </a:solidFill>
                <a:latin typeface="Tahoma"/>
                <a:cs typeface="Tahoma"/>
              </a:rPr>
              <a:t>off</a:t>
            </a:r>
            <a:r>
              <a:rPr lang="en-US" sz="2400" b="1" dirty="0">
                <a:solidFill>
                  <a:srgbClr val="434343"/>
                </a:solidFill>
                <a:latin typeface="Tahoma"/>
                <a:cs typeface="Tahoma"/>
              </a:rPr>
              <a:t>e</a:t>
            </a:r>
            <a:r>
              <a:rPr sz="2400" b="1" dirty="0">
                <a:solidFill>
                  <a:srgbClr val="434343"/>
                </a:solidFill>
                <a:latin typeface="Tahoma"/>
                <a:cs typeface="Tahoma"/>
              </a:rPr>
              <a:t>r</a:t>
            </a:r>
            <a:r>
              <a:rPr lang="en-US" sz="2400" b="1" dirty="0">
                <a:solidFill>
                  <a:srgbClr val="434343"/>
                </a:solidFill>
                <a:latin typeface="Tahoma"/>
                <a:cs typeface="Tahoma"/>
              </a:rPr>
              <a:t>e</a:t>
            </a:r>
            <a:r>
              <a:rPr sz="2400" b="1" dirty="0">
                <a:solidFill>
                  <a:srgbClr val="434343"/>
                </a:solidFill>
                <a:latin typeface="Tahoma"/>
                <a:cs typeface="Tahoma"/>
              </a:rPr>
              <a:t>d</a:t>
            </a:r>
            <a:endParaRPr sz="2400" dirty="0">
              <a:latin typeface="Tahoma"/>
              <a:cs typeface="Tahoma"/>
            </a:endParaRPr>
          </a:p>
        </p:txBody>
      </p:sp>
      <p:pic>
        <p:nvPicPr>
          <p:cNvPr id="3" name="object 3"/>
          <p:cNvPicPr/>
          <p:nvPr/>
        </p:nvPicPr>
        <p:blipFill>
          <a:blip r:embed="rId2" cstate="print"/>
          <a:stretch>
            <a:fillRect/>
          </a:stretch>
        </p:blipFill>
        <p:spPr>
          <a:xfrm>
            <a:off x="159800" y="174174"/>
            <a:ext cx="1826526" cy="327424"/>
          </a:xfrm>
          <a:prstGeom prst="rect">
            <a:avLst/>
          </a:prstGeom>
        </p:spPr>
      </p:pic>
      <p:sp>
        <p:nvSpPr>
          <p:cNvPr id="6" name="Rectangle 5"/>
          <p:cNvSpPr/>
          <p:nvPr/>
        </p:nvSpPr>
        <p:spPr>
          <a:xfrm>
            <a:off x="762000" y="1581150"/>
            <a:ext cx="7696200" cy="1938992"/>
          </a:xfrm>
          <a:prstGeom prst="rect">
            <a:avLst/>
          </a:prstGeom>
        </p:spPr>
        <p:txBody>
          <a:bodyPr wrap="square">
            <a:spAutoFit/>
          </a:bodyPr>
          <a:lstStyle/>
          <a:p>
            <a:pPr marL="285750" indent="-285750">
              <a:buFont typeface="Arial" panose="020B0604020202020204" pitchFamily="34" charset="0"/>
              <a:buChar char="•"/>
            </a:pPr>
            <a:r>
              <a:rPr lang="en-US" sz="2000" dirty="0"/>
              <a:t>Upload plant image through web interface</a:t>
            </a:r>
          </a:p>
          <a:p>
            <a:pPr marL="285750" indent="-285750">
              <a:buFont typeface="Arial" panose="020B0604020202020204" pitchFamily="34" charset="0"/>
              <a:buChar char="•"/>
            </a:pPr>
            <a:r>
              <a:rPr lang="en-US" sz="2000" dirty="0"/>
              <a:t>Automatic plant species identification</a:t>
            </a:r>
          </a:p>
          <a:p>
            <a:pPr marL="285750" indent="-285750">
              <a:buFont typeface="Arial" panose="020B0604020202020204" pitchFamily="34" charset="0"/>
              <a:buChar char="•"/>
            </a:pPr>
            <a:r>
              <a:rPr lang="en-US" sz="2000" dirty="0"/>
              <a:t>Detection of visible plant diseases</a:t>
            </a:r>
          </a:p>
          <a:p>
            <a:pPr marL="285750" indent="-285750">
              <a:buFont typeface="Arial" panose="020B0604020202020204" pitchFamily="34" charset="0"/>
              <a:buChar char="•"/>
            </a:pPr>
            <a:r>
              <a:rPr lang="en-US" sz="2000" dirty="0"/>
              <a:t>AI-generated plant care and treatment suggestions</a:t>
            </a:r>
          </a:p>
          <a:p>
            <a:pPr marL="285750" indent="-285750">
              <a:buFont typeface="Arial" panose="020B0604020202020204" pitchFamily="34" charset="0"/>
              <a:buChar char="•"/>
            </a:pPr>
            <a:r>
              <a:rPr lang="en-US" sz="2000" dirty="0"/>
              <a:t>User-friendly and responsive website design</a:t>
            </a:r>
          </a:p>
          <a:p>
            <a:pPr marL="285750" indent="-285750">
              <a:buFont typeface="Arial" panose="020B0604020202020204" pitchFamily="34" charset="0"/>
              <a:buChar char="•"/>
            </a:pPr>
            <a:r>
              <a:rPr lang="en-US" sz="2000" dirty="0"/>
              <a:t>Fast results with minimal user input</a:t>
            </a:r>
            <a:endParaRPr lang="en-IN"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27500" y="742950"/>
            <a:ext cx="6687700" cy="382156"/>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434343"/>
                </a:solidFill>
                <a:latin typeface="Tahoma"/>
                <a:cs typeface="Tahoma"/>
              </a:rPr>
              <a:t>Googl</a:t>
            </a:r>
            <a:r>
              <a:rPr lang="en-US" sz="2400" b="1" dirty="0">
                <a:solidFill>
                  <a:srgbClr val="434343"/>
                </a:solidFill>
                <a:latin typeface="Tahoma"/>
                <a:cs typeface="Tahoma"/>
              </a:rPr>
              <a:t>e</a:t>
            </a:r>
            <a:r>
              <a:rPr sz="2400" b="1" spc="-55" dirty="0">
                <a:solidFill>
                  <a:srgbClr val="434343"/>
                </a:solidFill>
                <a:latin typeface="Tahoma"/>
                <a:cs typeface="Tahoma"/>
              </a:rPr>
              <a:t> </a:t>
            </a:r>
            <a:r>
              <a:rPr sz="2400" b="1" spc="-30" dirty="0">
                <a:solidFill>
                  <a:srgbClr val="434343"/>
                </a:solidFill>
                <a:latin typeface="Tahoma"/>
                <a:cs typeface="Tahoma"/>
              </a:rPr>
              <a:t>T</a:t>
            </a:r>
            <a:r>
              <a:rPr lang="en-US" sz="2400" b="1" spc="-30" dirty="0">
                <a:solidFill>
                  <a:srgbClr val="434343"/>
                </a:solidFill>
                <a:latin typeface="Tahoma"/>
                <a:cs typeface="Tahoma"/>
              </a:rPr>
              <a:t>e</a:t>
            </a:r>
            <a:r>
              <a:rPr sz="2400" b="1" spc="-30" dirty="0">
                <a:solidFill>
                  <a:srgbClr val="434343"/>
                </a:solidFill>
                <a:latin typeface="Tahoma"/>
                <a:cs typeface="Tahoma"/>
              </a:rPr>
              <a:t>chnologi</a:t>
            </a:r>
            <a:r>
              <a:rPr lang="en-US" sz="2400" b="1" spc="-30" dirty="0">
                <a:solidFill>
                  <a:srgbClr val="434343"/>
                </a:solidFill>
                <a:latin typeface="Tahoma"/>
                <a:cs typeface="Tahoma"/>
              </a:rPr>
              <a:t>e</a:t>
            </a:r>
            <a:r>
              <a:rPr sz="2400" b="1" spc="-30" dirty="0">
                <a:solidFill>
                  <a:srgbClr val="434343"/>
                </a:solidFill>
                <a:latin typeface="Tahoma"/>
                <a:cs typeface="Tahoma"/>
              </a:rPr>
              <a:t>s</a:t>
            </a:r>
            <a:r>
              <a:rPr sz="2400" b="1" spc="-50" dirty="0">
                <a:solidFill>
                  <a:srgbClr val="434343"/>
                </a:solidFill>
                <a:latin typeface="Tahoma"/>
                <a:cs typeface="Tahoma"/>
              </a:rPr>
              <a:t> </a:t>
            </a:r>
            <a:r>
              <a:rPr sz="2400" b="1" dirty="0">
                <a:solidFill>
                  <a:srgbClr val="434343"/>
                </a:solidFill>
                <a:latin typeface="Tahoma"/>
                <a:cs typeface="Tahoma"/>
              </a:rPr>
              <a:t>us</a:t>
            </a:r>
            <a:r>
              <a:rPr lang="en-US" sz="2400" b="1" dirty="0">
                <a:solidFill>
                  <a:srgbClr val="434343"/>
                </a:solidFill>
                <a:latin typeface="Tahoma"/>
                <a:cs typeface="Tahoma"/>
              </a:rPr>
              <a:t>e</a:t>
            </a:r>
            <a:r>
              <a:rPr sz="2400" b="1" dirty="0">
                <a:solidFill>
                  <a:srgbClr val="434343"/>
                </a:solidFill>
                <a:latin typeface="Tahoma"/>
                <a:cs typeface="Tahoma"/>
              </a:rPr>
              <a:t>d</a:t>
            </a:r>
            <a:r>
              <a:rPr sz="2400" b="1" spc="-50" dirty="0">
                <a:solidFill>
                  <a:srgbClr val="434343"/>
                </a:solidFill>
                <a:latin typeface="Tahoma"/>
                <a:cs typeface="Tahoma"/>
              </a:rPr>
              <a:t> </a:t>
            </a:r>
            <a:r>
              <a:rPr sz="2400" b="1" spc="-85" dirty="0">
                <a:solidFill>
                  <a:srgbClr val="434343"/>
                </a:solidFill>
                <a:latin typeface="Tahoma"/>
                <a:cs typeface="Tahoma"/>
              </a:rPr>
              <a:t>in</a:t>
            </a:r>
            <a:r>
              <a:rPr sz="2400" b="1" spc="-55" dirty="0">
                <a:solidFill>
                  <a:srgbClr val="434343"/>
                </a:solidFill>
                <a:latin typeface="Tahoma"/>
                <a:cs typeface="Tahoma"/>
              </a:rPr>
              <a:t> </a:t>
            </a:r>
            <a:r>
              <a:rPr sz="2400" b="1" dirty="0">
                <a:solidFill>
                  <a:srgbClr val="434343"/>
                </a:solidFill>
                <a:latin typeface="Tahoma"/>
                <a:cs typeface="Tahoma"/>
              </a:rPr>
              <a:t>th</a:t>
            </a:r>
            <a:r>
              <a:rPr lang="en-US" sz="2400" b="1" dirty="0">
                <a:solidFill>
                  <a:srgbClr val="434343"/>
                </a:solidFill>
                <a:latin typeface="Tahoma"/>
                <a:cs typeface="Tahoma"/>
              </a:rPr>
              <a:t>i</a:t>
            </a:r>
            <a:r>
              <a:rPr sz="2400" b="1" dirty="0">
                <a:solidFill>
                  <a:srgbClr val="434343"/>
                </a:solidFill>
                <a:latin typeface="Tahoma"/>
                <a:cs typeface="Tahoma"/>
              </a:rPr>
              <a:t>s</a:t>
            </a:r>
            <a:r>
              <a:rPr sz="2400" b="1" spc="-50" dirty="0">
                <a:solidFill>
                  <a:srgbClr val="434343"/>
                </a:solidFill>
                <a:latin typeface="Tahoma"/>
                <a:cs typeface="Tahoma"/>
              </a:rPr>
              <a:t> </a:t>
            </a:r>
            <a:r>
              <a:rPr sz="2400" b="1" spc="-25" dirty="0">
                <a:solidFill>
                  <a:srgbClr val="434343"/>
                </a:solidFill>
                <a:latin typeface="Tahoma"/>
                <a:cs typeface="Tahoma"/>
              </a:rPr>
              <a:t>solution</a:t>
            </a:r>
            <a:endParaRPr sz="2400" dirty="0">
              <a:latin typeface="Tahoma"/>
              <a:cs typeface="Tahoma"/>
            </a:endParaRPr>
          </a:p>
        </p:txBody>
      </p:sp>
      <p:pic>
        <p:nvPicPr>
          <p:cNvPr id="3" name="object 3"/>
          <p:cNvPicPr/>
          <p:nvPr/>
        </p:nvPicPr>
        <p:blipFill>
          <a:blip r:embed="rId2" cstate="print"/>
          <a:stretch>
            <a:fillRect/>
          </a:stretch>
        </p:blipFill>
        <p:spPr>
          <a:xfrm>
            <a:off x="159800" y="174174"/>
            <a:ext cx="1826526" cy="327424"/>
          </a:xfrm>
          <a:prstGeom prst="rect">
            <a:avLst/>
          </a:prstGeom>
        </p:spPr>
      </p:pic>
      <p:sp>
        <p:nvSpPr>
          <p:cNvPr id="4" name="Rectangle 3"/>
          <p:cNvSpPr/>
          <p:nvPr/>
        </p:nvSpPr>
        <p:spPr>
          <a:xfrm>
            <a:off x="1075463" y="1657350"/>
            <a:ext cx="4572000" cy="646331"/>
          </a:xfrm>
          <a:prstGeom prst="rect">
            <a:avLst/>
          </a:prstGeom>
        </p:spPr>
        <p:txBody>
          <a:bodyPr>
            <a:spAutoFit/>
          </a:bodyPr>
          <a:lstStyle/>
          <a:p>
            <a:r>
              <a:rPr lang="en-IN" b="1" dirty="0"/>
              <a:t>Google Gemini API</a:t>
            </a:r>
            <a:r>
              <a:rPr lang="en-IN" dirty="0"/>
              <a:t> – Image analysis and disease identification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3400" y="735996"/>
            <a:ext cx="4688840" cy="382156"/>
          </a:xfrm>
          <a:prstGeom prst="rect">
            <a:avLst/>
          </a:prstGeom>
        </p:spPr>
        <p:txBody>
          <a:bodyPr vert="horz" wrap="square" lIns="0" tIns="12700" rIns="0" bIns="0" rtlCol="0">
            <a:spAutoFit/>
          </a:bodyPr>
          <a:lstStyle/>
          <a:p>
            <a:pPr marL="12700">
              <a:lnSpc>
                <a:spcPct val="100000"/>
              </a:lnSpc>
              <a:spcBef>
                <a:spcPts val="100"/>
              </a:spcBef>
            </a:pPr>
            <a:r>
              <a:rPr sz="2400" b="1" spc="-10" dirty="0">
                <a:solidFill>
                  <a:srgbClr val="434343"/>
                </a:solidFill>
                <a:latin typeface="Tahoma"/>
                <a:cs typeface="Tahoma"/>
              </a:rPr>
              <a:t>Proc</a:t>
            </a:r>
            <a:r>
              <a:rPr lang="en-US" sz="2400" b="1" spc="-10" dirty="0">
                <a:solidFill>
                  <a:srgbClr val="434343"/>
                </a:solidFill>
                <a:latin typeface="Tahoma"/>
                <a:cs typeface="Tahoma"/>
              </a:rPr>
              <a:t>e</a:t>
            </a:r>
            <a:r>
              <a:rPr sz="2400" b="1" spc="-10" dirty="0">
                <a:solidFill>
                  <a:srgbClr val="434343"/>
                </a:solidFill>
                <a:latin typeface="Tahoma"/>
                <a:cs typeface="Tahoma"/>
              </a:rPr>
              <a:t>ss</a:t>
            </a:r>
            <a:r>
              <a:rPr sz="2400" b="1" spc="-85" dirty="0">
                <a:solidFill>
                  <a:srgbClr val="434343"/>
                </a:solidFill>
                <a:latin typeface="Tahoma"/>
                <a:cs typeface="Tahoma"/>
              </a:rPr>
              <a:t> </a:t>
            </a:r>
            <a:r>
              <a:rPr sz="2400" b="1" spc="-60" dirty="0">
                <a:solidFill>
                  <a:srgbClr val="434343"/>
                </a:solidFill>
                <a:latin typeface="Tahoma"/>
                <a:cs typeface="Tahoma"/>
              </a:rPr>
              <a:t>flow</a:t>
            </a:r>
            <a:r>
              <a:rPr sz="2400" b="1" spc="-85" dirty="0">
                <a:solidFill>
                  <a:srgbClr val="434343"/>
                </a:solidFill>
                <a:latin typeface="Tahoma"/>
                <a:cs typeface="Tahoma"/>
              </a:rPr>
              <a:t> </a:t>
            </a:r>
            <a:r>
              <a:rPr sz="2400" b="1" spc="-80" dirty="0">
                <a:solidFill>
                  <a:srgbClr val="434343"/>
                </a:solidFill>
                <a:latin typeface="Tahoma"/>
                <a:cs typeface="Tahoma"/>
              </a:rPr>
              <a:t>di</a:t>
            </a:r>
            <a:r>
              <a:rPr lang="en-US" sz="2400" b="1" spc="-80" dirty="0">
                <a:solidFill>
                  <a:srgbClr val="434343"/>
                </a:solidFill>
                <a:latin typeface="Tahoma"/>
                <a:cs typeface="Tahoma"/>
              </a:rPr>
              <a:t>a</a:t>
            </a:r>
            <a:r>
              <a:rPr sz="2400" b="1" spc="-80" dirty="0">
                <a:solidFill>
                  <a:srgbClr val="434343"/>
                </a:solidFill>
                <a:latin typeface="Tahoma"/>
                <a:cs typeface="Tahoma"/>
              </a:rPr>
              <a:t>gr</a:t>
            </a:r>
            <a:r>
              <a:rPr lang="en-US" sz="2400" b="1" spc="-80" dirty="0">
                <a:solidFill>
                  <a:srgbClr val="434343"/>
                </a:solidFill>
                <a:latin typeface="Tahoma"/>
                <a:cs typeface="Tahoma"/>
              </a:rPr>
              <a:t>a</a:t>
            </a:r>
            <a:r>
              <a:rPr sz="2400" b="1" spc="-80" dirty="0">
                <a:solidFill>
                  <a:srgbClr val="434343"/>
                </a:solidFill>
                <a:latin typeface="Tahoma"/>
                <a:cs typeface="Tahoma"/>
              </a:rPr>
              <a:t>m</a:t>
            </a:r>
            <a:endParaRPr sz="2400" dirty="0">
              <a:latin typeface="Tahoma"/>
              <a:cs typeface="Tahoma"/>
            </a:endParaRPr>
          </a:p>
        </p:txBody>
      </p:sp>
      <p:pic>
        <p:nvPicPr>
          <p:cNvPr id="3" name="object 3"/>
          <p:cNvPicPr/>
          <p:nvPr/>
        </p:nvPicPr>
        <p:blipFill>
          <a:blip r:embed="rId2" cstate="print"/>
          <a:stretch>
            <a:fillRect/>
          </a:stretch>
        </p:blipFill>
        <p:spPr>
          <a:xfrm>
            <a:off x="159800" y="174174"/>
            <a:ext cx="1826526" cy="327424"/>
          </a:xfrm>
          <a:prstGeom prst="rect">
            <a:avLst/>
          </a:prstGeom>
        </p:spPr>
      </p:pic>
      <p:pic>
        <p:nvPicPr>
          <p:cNvPr id="17" name="Picture 16"/>
          <p:cNvPicPr>
            <a:picLocks noChangeAspect="1"/>
          </p:cNvPicPr>
          <p:nvPr/>
        </p:nvPicPr>
        <p:blipFill rotWithShape="1">
          <a:blip r:embed="rId3">
            <a:extLst>
              <a:ext uri="{28A0092B-C50C-407E-A947-70E740481C1C}">
                <a14:useLocalDpi xmlns:a14="http://schemas.microsoft.com/office/drawing/2010/main" val="0"/>
              </a:ext>
            </a:extLst>
          </a:blip>
          <a:srcRect t="25299" r="2479" b="8630"/>
          <a:stretch/>
        </p:blipFill>
        <p:spPr>
          <a:xfrm>
            <a:off x="1073063" y="1581150"/>
            <a:ext cx="6242137" cy="2819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70866" y="735996"/>
            <a:ext cx="6896734" cy="382156"/>
          </a:xfrm>
          <a:prstGeom prst="rect">
            <a:avLst/>
          </a:prstGeom>
        </p:spPr>
        <p:txBody>
          <a:bodyPr vert="horz" wrap="square" lIns="0" tIns="12700" rIns="0" bIns="0" rtlCol="0">
            <a:spAutoFit/>
          </a:bodyPr>
          <a:lstStyle/>
          <a:p>
            <a:pPr marL="12700">
              <a:lnSpc>
                <a:spcPct val="100000"/>
              </a:lnSpc>
              <a:spcBef>
                <a:spcPts val="100"/>
              </a:spcBef>
            </a:pPr>
            <a:r>
              <a:rPr sz="2400" b="1" spc="-90" dirty="0">
                <a:solidFill>
                  <a:srgbClr val="434343"/>
                </a:solidFill>
                <a:latin typeface="Tahoma"/>
                <a:cs typeface="Tahoma"/>
              </a:rPr>
              <a:t>Wir</a:t>
            </a:r>
            <a:r>
              <a:rPr lang="en-US" sz="2400" b="1" spc="-90" dirty="0">
                <a:solidFill>
                  <a:srgbClr val="434343"/>
                </a:solidFill>
                <a:latin typeface="Tahoma"/>
                <a:cs typeface="Tahoma"/>
              </a:rPr>
              <a:t>e</a:t>
            </a:r>
            <a:r>
              <a:rPr sz="2400" b="1" spc="-90" dirty="0">
                <a:solidFill>
                  <a:srgbClr val="434343"/>
                </a:solidFill>
                <a:latin typeface="Tahoma"/>
                <a:cs typeface="Tahoma"/>
              </a:rPr>
              <a:t>fr</a:t>
            </a:r>
            <a:r>
              <a:rPr lang="en-US" sz="2400" b="1" spc="-90" dirty="0">
                <a:solidFill>
                  <a:srgbClr val="434343"/>
                </a:solidFill>
                <a:latin typeface="Tahoma"/>
                <a:cs typeface="Tahoma"/>
              </a:rPr>
              <a:t>a</a:t>
            </a:r>
            <a:r>
              <a:rPr sz="2400" b="1" spc="-90" dirty="0">
                <a:solidFill>
                  <a:srgbClr val="434343"/>
                </a:solidFill>
                <a:latin typeface="Tahoma"/>
                <a:cs typeface="Tahoma"/>
              </a:rPr>
              <a:t>m</a:t>
            </a:r>
            <a:r>
              <a:rPr lang="en-US" sz="2400" b="1" spc="-90" dirty="0">
                <a:solidFill>
                  <a:srgbClr val="434343"/>
                </a:solidFill>
                <a:latin typeface="Tahoma"/>
                <a:cs typeface="Tahoma"/>
              </a:rPr>
              <a:t>e</a:t>
            </a:r>
            <a:r>
              <a:rPr sz="2400" b="1" spc="-90" dirty="0">
                <a:solidFill>
                  <a:srgbClr val="434343"/>
                </a:solidFill>
                <a:latin typeface="Tahoma"/>
                <a:cs typeface="Tahoma"/>
              </a:rPr>
              <a:t>s/Mock</a:t>
            </a:r>
            <a:r>
              <a:rPr sz="2400" b="1" spc="-85" dirty="0">
                <a:solidFill>
                  <a:srgbClr val="434343"/>
                </a:solidFill>
                <a:latin typeface="Tahoma"/>
                <a:cs typeface="Tahoma"/>
              </a:rPr>
              <a:t> </a:t>
            </a:r>
            <a:r>
              <a:rPr sz="2400" b="1" spc="-75" dirty="0">
                <a:solidFill>
                  <a:srgbClr val="434343"/>
                </a:solidFill>
                <a:latin typeface="Tahoma"/>
                <a:cs typeface="Tahoma"/>
              </a:rPr>
              <a:t>di</a:t>
            </a:r>
            <a:r>
              <a:rPr lang="en-US" sz="2400" b="1" spc="-75" dirty="0">
                <a:solidFill>
                  <a:srgbClr val="434343"/>
                </a:solidFill>
                <a:latin typeface="Tahoma"/>
                <a:cs typeface="Tahoma"/>
              </a:rPr>
              <a:t>a</a:t>
            </a:r>
            <a:r>
              <a:rPr sz="2400" b="1" spc="-75" dirty="0">
                <a:solidFill>
                  <a:srgbClr val="434343"/>
                </a:solidFill>
                <a:latin typeface="Tahoma"/>
                <a:cs typeface="Tahoma"/>
              </a:rPr>
              <a:t>gr</a:t>
            </a:r>
            <a:r>
              <a:rPr lang="en-US" sz="2400" b="1" spc="-75" dirty="0">
                <a:solidFill>
                  <a:srgbClr val="434343"/>
                </a:solidFill>
                <a:latin typeface="Tahoma"/>
                <a:cs typeface="Tahoma"/>
              </a:rPr>
              <a:t>a</a:t>
            </a:r>
            <a:r>
              <a:rPr sz="2400" b="1" spc="-75" dirty="0">
                <a:solidFill>
                  <a:srgbClr val="434343"/>
                </a:solidFill>
                <a:latin typeface="Tahoma"/>
                <a:cs typeface="Tahoma"/>
              </a:rPr>
              <a:t>ms</a:t>
            </a:r>
            <a:endParaRPr sz="2400" dirty="0">
              <a:latin typeface="Tahoma"/>
              <a:cs typeface="Tahoma"/>
            </a:endParaRPr>
          </a:p>
        </p:txBody>
      </p:sp>
      <p:pic>
        <p:nvPicPr>
          <p:cNvPr id="3" name="object 3"/>
          <p:cNvPicPr/>
          <p:nvPr/>
        </p:nvPicPr>
        <p:blipFill>
          <a:blip r:embed="rId2" cstate="print"/>
          <a:stretch>
            <a:fillRect/>
          </a:stretch>
        </p:blipFill>
        <p:spPr>
          <a:xfrm>
            <a:off x="159800" y="174174"/>
            <a:ext cx="1826526" cy="327424"/>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71600" y="1276350"/>
            <a:ext cx="6096000" cy="320801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23692" y="735996"/>
            <a:ext cx="5106035" cy="382156"/>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434343"/>
                </a:solidFill>
                <a:latin typeface="Tahoma"/>
                <a:cs typeface="Tahoma"/>
              </a:rPr>
              <a:t>Archit</a:t>
            </a:r>
            <a:r>
              <a:rPr lang="en-US" sz="2400" b="1" dirty="0">
                <a:solidFill>
                  <a:srgbClr val="434343"/>
                </a:solidFill>
                <a:latin typeface="Tahoma"/>
                <a:cs typeface="Tahoma"/>
              </a:rPr>
              <a:t>e</a:t>
            </a:r>
            <a:r>
              <a:rPr sz="2400" b="1" dirty="0">
                <a:solidFill>
                  <a:srgbClr val="434343"/>
                </a:solidFill>
                <a:latin typeface="Tahoma"/>
                <a:cs typeface="Tahoma"/>
              </a:rPr>
              <a:t>ctur</a:t>
            </a:r>
            <a:r>
              <a:rPr lang="en-US" sz="2400" b="1" dirty="0">
                <a:solidFill>
                  <a:srgbClr val="434343"/>
                </a:solidFill>
                <a:latin typeface="Tahoma"/>
                <a:cs typeface="Tahoma"/>
              </a:rPr>
              <a:t>e</a:t>
            </a:r>
            <a:r>
              <a:rPr sz="2400" b="1" spc="-100" dirty="0">
                <a:solidFill>
                  <a:srgbClr val="434343"/>
                </a:solidFill>
                <a:latin typeface="Tahoma"/>
                <a:cs typeface="Tahoma"/>
              </a:rPr>
              <a:t> </a:t>
            </a:r>
            <a:r>
              <a:rPr sz="2400" b="1" spc="-80" dirty="0">
                <a:solidFill>
                  <a:srgbClr val="434343"/>
                </a:solidFill>
                <a:latin typeface="Tahoma"/>
                <a:cs typeface="Tahoma"/>
              </a:rPr>
              <a:t>di</a:t>
            </a:r>
            <a:r>
              <a:rPr lang="en-US" sz="2400" b="1" spc="-80" dirty="0">
                <a:solidFill>
                  <a:srgbClr val="434343"/>
                </a:solidFill>
                <a:latin typeface="Tahoma"/>
                <a:cs typeface="Tahoma"/>
              </a:rPr>
              <a:t>a</a:t>
            </a:r>
            <a:r>
              <a:rPr sz="2400" b="1" spc="-80" dirty="0">
                <a:solidFill>
                  <a:srgbClr val="434343"/>
                </a:solidFill>
                <a:latin typeface="Tahoma"/>
                <a:cs typeface="Tahoma"/>
              </a:rPr>
              <a:t>gr</a:t>
            </a:r>
            <a:r>
              <a:rPr lang="en-US" sz="2400" b="1" spc="-80" dirty="0">
                <a:solidFill>
                  <a:srgbClr val="434343"/>
                </a:solidFill>
                <a:latin typeface="Tahoma"/>
                <a:cs typeface="Tahoma"/>
              </a:rPr>
              <a:t>a</a:t>
            </a:r>
            <a:r>
              <a:rPr sz="2400" b="1" spc="-80" dirty="0">
                <a:solidFill>
                  <a:srgbClr val="434343"/>
                </a:solidFill>
                <a:latin typeface="Tahoma"/>
                <a:cs typeface="Tahoma"/>
              </a:rPr>
              <a:t>m</a:t>
            </a:r>
            <a:endParaRPr sz="2400" dirty="0">
              <a:latin typeface="Tahoma"/>
              <a:cs typeface="Tahoma"/>
            </a:endParaRPr>
          </a:p>
        </p:txBody>
      </p:sp>
      <p:pic>
        <p:nvPicPr>
          <p:cNvPr id="3" name="object 3"/>
          <p:cNvPicPr/>
          <p:nvPr/>
        </p:nvPicPr>
        <p:blipFill>
          <a:blip r:embed="rId2" cstate="print"/>
          <a:stretch>
            <a:fillRect/>
          </a:stretch>
        </p:blipFill>
        <p:spPr>
          <a:xfrm>
            <a:off x="159800" y="174174"/>
            <a:ext cx="1826526" cy="327424"/>
          </a:xfrm>
          <a:prstGeom prst="rect">
            <a:avLst/>
          </a:prstGeom>
        </p:spPr>
      </p:pic>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30409" r="2745" b="20964"/>
          <a:stretch/>
        </p:blipFill>
        <p:spPr>
          <a:xfrm>
            <a:off x="685801" y="1504950"/>
            <a:ext cx="7086600" cy="2362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85800" y="506817"/>
            <a:ext cx="3669475" cy="382156"/>
          </a:xfrm>
          <a:prstGeom prst="rect">
            <a:avLst/>
          </a:prstGeom>
        </p:spPr>
        <p:txBody>
          <a:bodyPr vert="horz" wrap="square" lIns="0" tIns="12700" rIns="0" bIns="0" rtlCol="0">
            <a:spAutoFit/>
          </a:bodyPr>
          <a:lstStyle/>
          <a:p>
            <a:pPr marL="12700">
              <a:lnSpc>
                <a:spcPct val="100000"/>
              </a:lnSpc>
              <a:spcBef>
                <a:spcPts val="100"/>
              </a:spcBef>
            </a:pPr>
            <a:r>
              <a:rPr sz="2400" b="1" spc="-70" dirty="0">
                <a:solidFill>
                  <a:srgbClr val="434343"/>
                </a:solidFill>
                <a:latin typeface="Tahoma"/>
                <a:cs typeface="Tahoma"/>
              </a:rPr>
              <a:t>Sn</a:t>
            </a:r>
            <a:r>
              <a:rPr lang="en-US" sz="2400" b="1" spc="-70" dirty="0">
                <a:solidFill>
                  <a:srgbClr val="434343"/>
                </a:solidFill>
                <a:latin typeface="Tahoma"/>
                <a:cs typeface="Tahoma"/>
              </a:rPr>
              <a:t>a</a:t>
            </a:r>
            <a:r>
              <a:rPr sz="2400" b="1" spc="-70" dirty="0">
                <a:solidFill>
                  <a:srgbClr val="434343"/>
                </a:solidFill>
                <a:latin typeface="Tahoma"/>
                <a:cs typeface="Tahoma"/>
              </a:rPr>
              <a:t>pshots</a:t>
            </a:r>
            <a:r>
              <a:rPr sz="2400" b="1" spc="-75" dirty="0">
                <a:solidFill>
                  <a:srgbClr val="434343"/>
                </a:solidFill>
                <a:latin typeface="Tahoma"/>
                <a:cs typeface="Tahoma"/>
              </a:rPr>
              <a:t> </a:t>
            </a:r>
            <a:r>
              <a:rPr sz="2400" b="1" spc="-200" dirty="0">
                <a:solidFill>
                  <a:srgbClr val="434343"/>
                </a:solidFill>
                <a:latin typeface="Tahoma"/>
                <a:cs typeface="Tahoma"/>
              </a:rPr>
              <a:t>of</a:t>
            </a:r>
            <a:r>
              <a:rPr sz="2400" b="1" spc="-70" dirty="0">
                <a:solidFill>
                  <a:srgbClr val="434343"/>
                </a:solidFill>
                <a:latin typeface="Tahoma"/>
                <a:cs typeface="Tahoma"/>
              </a:rPr>
              <a:t> </a:t>
            </a:r>
            <a:r>
              <a:rPr sz="2400" b="1" dirty="0">
                <a:solidFill>
                  <a:srgbClr val="434343"/>
                </a:solidFill>
                <a:latin typeface="Tahoma"/>
                <a:cs typeface="Tahoma"/>
              </a:rPr>
              <a:t>th</a:t>
            </a:r>
            <a:r>
              <a:rPr lang="en-US" sz="2400" b="1" dirty="0">
                <a:solidFill>
                  <a:srgbClr val="434343"/>
                </a:solidFill>
                <a:latin typeface="Tahoma"/>
                <a:cs typeface="Tahoma"/>
              </a:rPr>
              <a:t>i</a:t>
            </a:r>
            <a:r>
              <a:rPr sz="2400" b="1" dirty="0">
                <a:solidFill>
                  <a:srgbClr val="434343"/>
                </a:solidFill>
                <a:latin typeface="Tahoma"/>
                <a:cs typeface="Tahoma"/>
              </a:rPr>
              <a:t>s</a:t>
            </a:r>
            <a:r>
              <a:rPr sz="2400" b="1" spc="-70" dirty="0">
                <a:solidFill>
                  <a:srgbClr val="434343"/>
                </a:solidFill>
                <a:latin typeface="Tahoma"/>
                <a:cs typeface="Tahoma"/>
              </a:rPr>
              <a:t> </a:t>
            </a:r>
            <a:r>
              <a:rPr sz="2400" b="1" spc="-25" dirty="0">
                <a:solidFill>
                  <a:srgbClr val="434343"/>
                </a:solidFill>
                <a:latin typeface="Tahoma"/>
                <a:cs typeface="Tahoma"/>
              </a:rPr>
              <a:t>MVP</a:t>
            </a:r>
            <a:endParaRPr sz="2400" dirty="0">
              <a:latin typeface="Tahoma"/>
              <a:cs typeface="Tahoma"/>
            </a:endParaRPr>
          </a:p>
        </p:txBody>
      </p:sp>
      <p:pic>
        <p:nvPicPr>
          <p:cNvPr id="3" name="object 3"/>
          <p:cNvPicPr/>
          <p:nvPr/>
        </p:nvPicPr>
        <p:blipFill>
          <a:blip r:embed="rId2" cstate="print"/>
          <a:stretch>
            <a:fillRect/>
          </a:stretch>
        </p:blipFill>
        <p:spPr>
          <a:xfrm>
            <a:off x="159800" y="174174"/>
            <a:ext cx="1826526" cy="327424"/>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7902" y="988109"/>
            <a:ext cx="3657600" cy="3515736"/>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1047750"/>
            <a:ext cx="2924123" cy="344965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85800" y="501598"/>
            <a:ext cx="4583875" cy="382156"/>
          </a:xfrm>
          <a:prstGeom prst="rect">
            <a:avLst/>
          </a:prstGeom>
        </p:spPr>
        <p:txBody>
          <a:bodyPr vert="horz" wrap="square" lIns="0" tIns="12700" rIns="0" bIns="0" rtlCol="0">
            <a:spAutoFit/>
          </a:bodyPr>
          <a:lstStyle/>
          <a:p>
            <a:pPr marL="12700">
              <a:lnSpc>
                <a:spcPct val="100000"/>
              </a:lnSpc>
              <a:spcBef>
                <a:spcPts val="100"/>
              </a:spcBef>
            </a:pPr>
            <a:r>
              <a:rPr sz="2400" b="1" spc="-70" dirty="0">
                <a:solidFill>
                  <a:srgbClr val="434343"/>
                </a:solidFill>
                <a:latin typeface="Tahoma"/>
                <a:cs typeface="Tahoma"/>
              </a:rPr>
              <a:t>Sn</a:t>
            </a:r>
            <a:r>
              <a:rPr lang="en-US" sz="2400" b="1" spc="-70" dirty="0">
                <a:solidFill>
                  <a:srgbClr val="434343"/>
                </a:solidFill>
                <a:latin typeface="Tahoma"/>
                <a:cs typeface="Tahoma"/>
              </a:rPr>
              <a:t>a</a:t>
            </a:r>
            <a:r>
              <a:rPr sz="2400" b="1" spc="-70" dirty="0">
                <a:solidFill>
                  <a:srgbClr val="434343"/>
                </a:solidFill>
                <a:latin typeface="Tahoma"/>
                <a:cs typeface="Tahoma"/>
              </a:rPr>
              <a:t>pshots</a:t>
            </a:r>
            <a:r>
              <a:rPr sz="2400" b="1" spc="-75" dirty="0">
                <a:solidFill>
                  <a:srgbClr val="434343"/>
                </a:solidFill>
                <a:latin typeface="Tahoma"/>
                <a:cs typeface="Tahoma"/>
              </a:rPr>
              <a:t> </a:t>
            </a:r>
            <a:r>
              <a:rPr sz="2400" b="1" spc="-200" dirty="0">
                <a:solidFill>
                  <a:srgbClr val="434343"/>
                </a:solidFill>
                <a:latin typeface="Tahoma"/>
                <a:cs typeface="Tahoma"/>
              </a:rPr>
              <a:t>of</a:t>
            </a:r>
            <a:r>
              <a:rPr sz="2400" b="1" spc="-70" dirty="0">
                <a:solidFill>
                  <a:srgbClr val="434343"/>
                </a:solidFill>
                <a:latin typeface="Tahoma"/>
                <a:cs typeface="Tahoma"/>
              </a:rPr>
              <a:t> </a:t>
            </a:r>
            <a:r>
              <a:rPr sz="2400" b="1" dirty="0">
                <a:solidFill>
                  <a:srgbClr val="434343"/>
                </a:solidFill>
                <a:latin typeface="Tahoma"/>
                <a:cs typeface="Tahoma"/>
              </a:rPr>
              <a:t>th</a:t>
            </a:r>
            <a:r>
              <a:rPr lang="en-US" sz="2400" b="1" dirty="0">
                <a:solidFill>
                  <a:srgbClr val="434343"/>
                </a:solidFill>
                <a:latin typeface="Tahoma"/>
                <a:cs typeface="Tahoma"/>
              </a:rPr>
              <a:t>i</a:t>
            </a:r>
            <a:r>
              <a:rPr sz="2400" b="1" dirty="0">
                <a:solidFill>
                  <a:srgbClr val="434343"/>
                </a:solidFill>
                <a:latin typeface="Tahoma"/>
                <a:cs typeface="Tahoma"/>
              </a:rPr>
              <a:t>s</a:t>
            </a:r>
            <a:r>
              <a:rPr sz="2400" b="1" spc="-70" dirty="0">
                <a:solidFill>
                  <a:srgbClr val="434343"/>
                </a:solidFill>
                <a:latin typeface="Tahoma"/>
                <a:cs typeface="Tahoma"/>
              </a:rPr>
              <a:t> </a:t>
            </a:r>
            <a:r>
              <a:rPr sz="2400" b="1" spc="-25" dirty="0">
                <a:solidFill>
                  <a:srgbClr val="434343"/>
                </a:solidFill>
                <a:latin typeface="Tahoma"/>
                <a:cs typeface="Tahoma"/>
              </a:rPr>
              <a:t>MVP</a:t>
            </a:r>
            <a:endParaRPr sz="2400" dirty="0">
              <a:latin typeface="Tahoma"/>
              <a:cs typeface="Tahoma"/>
            </a:endParaRPr>
          </a:p>
        </p:txBody>
      </p:sp>
      <p:pic>
        <p:nvPicPr>
          <p:cNvPr id="3" name="object 3"/>
          <p:cNvPicPr/>
          <p:nvPr/>
        </p:nvPicPr>
        <p:blipFill>
          <a:blip r:embed="rId2" cstate="print"/>
          <a:stretch>
            <a:fillRect/>
          </a:stretch>
        </p:blipFill>
        <p:spPr>
          <a:xfrm>
            <a:off x="159800" y="174174"/>
            <a:ext cx="1826526" cy="327424"/>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6400" y="971549"/>
            <a:ext cx="5638800" cy="3741087"/>
          </a:xfrm>
          <a:prstGeom prst="rect">
            <a:avLst/>
          </a:prstGeom>
        </p:spPr>
      </p:pic>
    </p:spTree>
    <p:extLst>
      <p:ext uri="{BB962C8B-B14F-4D97-AF65-F5344CB8AC3E}">
        <p14:creationId xmlns:p14="http://schemas.microsoft.com/office/powerpoint/2010/main" val="1043240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1000" y="697896"/>
            <a:ext cx="7132225" cy="382156"/>
          </a:xfrm>
          <a:prstGeom prst="rect">
            <a:avLst/>
          </a:prstGeom>
        </p:spPr>
        <p:txBody>
          <a:bodyPr vert="horz" wrap="square" lIns="0" tIns="12700" rIns="0" bIns="0" rtlCol="0">
            <a:spAutoFit/>
          </a:bodyPr>
          <a:lstStyle/>
          <a:p>
            <a:pPr marL="12700">
              <a:lnSpc>
                <a:spcPct val="100000"/>
              </a:lnSpc>
              <a:spcBef>
                <a:spcPts val="100"/>
              </a:spcBef>
            </a:pPr>
            <a:r>
              <a:rPr sz="2400" b="1" spc="-50" dirty="0">
                <a:solidFill>
                  <a:srgbClr val="434343"/>
                </a:solidFill>
                <a:latin typeface="Tahoma"/>
                <a:cs typeface="Tahoma"/>
              </a:rPr>
              <a:t>Addition</a:t>
            </a:r>
            <a:r>
              <a:rPr lang="en-US" sz="2400" b="1" spc="-50" dirty="0">
                <a:solidFill>
                  <a:srgbClr val="434343"/>
                </a:solidFill>
                <a:latin typeface="Tahoma"/>
                <a:cs typeface="Tahoma"/>
              </a:rPr>
              <a:t>a</a:t>
            </a:r>
            <a:r>
              <a:rPr sz="2400" b="1" spc="-50" dirty="0">
                <a:solidFill>
                  <a:srgbClr val="434343"/>
                </a:solidFill>
                <a:latin typeface="Tahoma"/>
                <a:cs typeface="Tahoma"/>
              </a:rPr>
              <a:t>l</a:t>
            </a:r>
            <a:r>
              <a:rPr sz="2400" b="1" spc="-65" dirty="0">
                <a:solidFill>
                  <a:srgbClr val="434343"/>
                </a:solidFill>
                <a:latin typeface="Tahoma"/>
                <a:cs typeface="Tahoma"/>
              </a:rPr>
              <a:t> </a:t>
            </a:r>
            <a:r>
              <a:rPr sz="2400" b="1" spc="-70" dirty="0">
                <a:solidFill>
                  <a:srgbClr val="434343"/>
                </a:solidFill>
                <a:latin typeface="Tahoma"/>
                <a:cs typeface="Tahoma"/>
              </a:rPr>
              <a:t>D</a:t>
            </a:r>
            <a:r>
              <a:rPr lang="en-US" sz="2400" b="1" spc="-70" dirty="0">
                <a:solidFill>
                  <a:srgbClr val="434343"/>
                </a:solidFill>
                <a:latin typeface="Tahoma"/>
                <a:cs typeface="Tahoma"/>
              </a:rPr>
              <a:t>e</a:t>
            </a:r>
            <a:r>
              <a:rPr sz="2400" b="1" spc="-70" dirty="0">
                <a:solidFill>
                  <a:srgbClr val="434343"/>
                </a:solidFill>
                <a:latin typeface="Tahoma"/>
                <a:cs typeface="Tahoma"/>
              </a:rPr>
              <a:t>t</a:t>
            </a:r>
            <a:r>
              <a:rPr lang="en-US" sz="2400" b="1" spc="-70" dirty="0">
                <a:solidFill>
                  <a:srgbClr val="434343"/>
                </a:solidFill>
                <a:latin typeface="Tahoma"/>
                <a:cs typeface="Tahoma"/>
              </a:rPr>
              <a:t>a</a:t>
            </a:r>
            <a:r>
              <a:rPr sz="2400" b="1" spc="-70" dirty="0">
                <a:solidFill>
                  <a:srgbClr val="434343"/>
                </a:solidFill>
                <a:latin typeface="Tahoma"/>
                <a:cs typeface="Tahoma"/>
              </a:rPr>
              <a:t>ils/Futur</a:t>
            </a:r>
            <a:r>
              <a:rPr lang="en-US" sz="2400" b="1" spc="-70" dirty="0">
                <a:solidFill>
                  <a:srgbClr val="434343"/>
                </a:solidFill>
                <a:latin typeface="Tahoma"/>
                <a:cs typeface="Tahoma"/>
              </a:rPr>
              <a:t>e</a:t>
            </a:r>
            <a:r>
              <a:rPr sz="2400" b="1" spc="-65" dirty="0">
                <a:solidFill>
                  <a:srgbClr val="434343"/>
                </a:solidFill>
                <a:latin typeface="Tahoma"/>
                <a:cs typeface="Tahoma"/>
              </a:rPr>
              <a:t> </a:t>
            </a:r>
            <a:r>
              <a:rPr sz="2400" b="1" spc="-10" dirty="0">
                <a:solidFill>
                  <a:srgbClr val="434343"/>
                </a:solidFill>
                <a:latin typeface="Tahoma"/>
                <a:cs typeface="Tahoma"/>
              </a:rPr>
              <a:t>D</a:t>
            </a:r>
            <a:r>
              <a:rPr lang="en-US" sz="2400" b="1" spc="-10" dirty="0">
                <a:solidFill>
                  <a:srgbClr val="434343"/>
                </a:solidFill>
                <a:latin typeface="Tahoma"/>
                <a:cs typeface="Tahoma"/>
              </a:rPr>
              <a:t>e</a:t>
            </a:r>
            <a:r>
              <a:rPr sz="2400" b="1" spc="-10" dirty="0">
                <a:solidFill>
                  <a:srgbClr val="434343"/>
                </a:solidFill>
                <a:latin typeface="Tahoma"/>
                <a:cs typeface="Tahoma"/>
              </a:rPr>
              <a:t>v</a:t>
            </a:r>
            <a:r>
              <a:rPr lang="en-US" sz="2400" b="1" spc="-10" dirty="0">
                <a:solidFill>
                  <a:srgbClr val="434343"/>
                </a:solidFill>
                <a:latin typeface="Tahoma"/>
                <a:cs typeface="Tahoma"/>
              </a:rPr>
              <a:t>e</a:t>
            </a:r>
            <a:r>
              <a:rPr sz="2400" b="1" spc="-10" dirty="0">
                <a:solidFill>
                  <a:srgbClr val="434343"/>
                </a:solidFill>
                <a:latin typeface="Tahoma"/>
                <a:cs typeface="Tahoma"/>
              </a:rPr>
              <a:t>lopm</a:t>
            </a:r>
            <a:r>
              <a:rPr lang="en-US" sz="2400" b="1" spc="-10" dirty="0">
                <a:solidFill>
                  <a:srgbClr val="434343"/>
                </a:solidFill>
                <a:latin typeface="Tahoma"/>
                <a:cs typeface="Tahoma"/>
              </a:rPr>
              <a:t>e</a:t>
            </a:r>
            <a:r>
              <a:rPr sz="2400" b="1" spc="-10" dirty="0">
                <a:solidFill>
                  <a:srgbClr val="434343"/>
                </a:solidFill>
                <a:latin typeface="Tahoma"/>
                <a:cs typeface="Tahoma"/>
              </a:rPr>
              <a:t>nt</a:t>
            </a:r>
            <a:endParaRPr sz="2400" dirty="0">
              <a:latin typeface="Tahoma"/>
              <a:cs typeface="Tahoma"/>
            </a:endParaRPr>
          </a:p>
        </p:txBody>
      </p:sp>
      <p:pic>
        <p:nvPicPr>
          <p:cNvPr id="3" name="object 3"/>
          <p:cNvPicPr/>
          <p:nvPr/>
        </p:nvPicPr>
        <p:blipFill>
          <a:blip r:embed="rId2" cstate="print"/>
          <a:stretch>
            <a:fillRect/>
          </a:stretch>
        </p:blipFill>
        <p:spPr>
          <a:xfrm>
            <a:off x="159800" y="174174"/>
            <a:ext cx="1826526" cy="327424"/>
          </a:xfrm>
          <a:prstGeom prst="rect">
            <a:avLst/>
          </a:prstGeom>
        </p:spPr>
      </p:pic>
      <p:sp>
        <p:nvSpPr>
          <p:cNvPr id="7" name="Rectangle 6"/>
          <p:cNvSpPr/>
          <p:nvPr/>
        </p:nvSpPr>
        <p:spPr>
          <a:xfrm>
            <a:off x="762000" y="1271100"/>
            <a:ext cx="6019800" cy="2246769"/>
          </a:xfrm>
          <a:prstGeom prst="rect">
            <a:avLst/>
          </a:prstGeom>
        </p:spPr>
        <p:txBody>
          <a:bodyPr wrap="square">
            <a:spAutoFit/>
          </a:bodyPr>
          <a:lstStyle/>
          <a:p>
            <a:pPr marL="285750" indent="-285750">
              <a:buFont typeface="Arial" panose="020B0604020202020204" pitchFamily="34" charset="0"/>
              <a:buChar char="•"/>
            </a:pPr>
            <a:r>
              <a:rPr lang="en-US" sz="2000" dirty="0"/>
              <a:t>Support for multiple plant images at once</a:t>
            </a:r>
          </a:p>
          <a:p>
            <a:pPr marL="285750" indent="-285750">
              <a:buFont typeface="Arial" panose="020B0604020202020204" pitchFamily="34" charset="0"/>
              <a:buChar char="•"/>
            </a:pPr>
            <a:r>
              <a:rPr lang="en-US" sz="2000" dirty="0"/>
              <a:t>Multilingual plant care recommendations</a:t>
            </a:r>
          </a:p>
          <a:p>
            <a:pPr marL="285750" indent="-285750">
              <a:buFont typeface="Arial" panose="020B0604020202020204" pitchFamily="34" charset="0"/>
              <a:buChar char="•"/>
            </a:pPr>
            <a:r>
              <a:rPr lang="en-US" sz="2000" dirty="0"/>
              <a:t>Mobile app version of the platform</a:t>
            </a:r>
          </a:p>
          <a:p>
            <a:pPr marL="285750" indent="-285750">
              <a:buFont typeface="Arial" panose="020B0604020202020204" pitchFamily="34" charset="0"/>
              <a:buChar char="•"/>
            </a:pPr>
            <a:r>
              <a:rPr lang="en-US" sz="2000" dirty="0"/>
              <a:t>Integration with weather data for better care advice</a:t>
            </a:r>
          </a:p>
          <a:p>
            <a:pPr marL="285750" indent="-285750">
              <a:buFont typeface="Arial" panose="020B0604020202020204" pitchFamily="34" charset="0"/>
              <a:buChar char="•"/>
            </a:pPr>
            <a:r>
              <a:rPr lang="en-US" sz="2000" dirty="0"/>
              <a:t>Community feature for sharing plant health experiences</a:t>
            </a:r>
            <a:endParaRPr lang="en-IN"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73063" y="1276350"/>
            <a:ext cx="4504775" cy="2239074"/>
          </a:xfrm>
          <a:prstGeom prst="rect">
            <a:avLst/>
          </a:prstGeom>
        </p:spPr>
        <p:txBody>
          <a:bodyPr vert="horz" wrap="square" lIns="0" tIns="12700" rIns="0" bIns="0" rtlCol="0">
            <a:spAutoFit/>
          </a:bodyPr>
          <a:lstStyle/>
          <a:p>
            <a:pPr marL="469265" indent="-398145">
              <a:lnSpc>
                <a:spcPct val="100000"/>
              </a:lnSpc>
              <a:spcBef>
                <a:spcPts val="2160"/>
              </a:spcBef>
              <a:buAutoNum type="arabicPeriod"/>
              <a:tabLst>
                <a:tab pos="469265" algn="l"/>
              </a:tabLst>
            </a:pPr>
            <a:r>
              <a:rPr lang="en-US" sz="1800" b="1" spc="-25" dirty="0">
                <a:solidFill>
                  <a:srgbClr val="434343"/>
                </a:solidFill>
                <a:latin typeface="Tahoma"/>
                <a:cs typeface="Tahoma"/>
                <a:hlinkClick r:id="rId2"/>
              </a:rPr>
              <a:t>https://github.com/kunal25510/Plant_care.git</a:t>
            </a:r>
            <a:endParaRPr lang="en-US" sz="1800" b="1" spc="-25" dirty="0">
              <a:solidFill>
                <a:srgbClr val="434343"/>
              </a:solidFill>
              <a:latin typeface="Tahoma"/>
              <a:cs typeface="Tahoma"/>
            </a:endParaRPr>
          </a:p>
          <a:p>
            <a:pPr marL="469265" indent="-398145">
              <a:lnSpc>
                <a:spcPct val="100000"/>
              </a:lnSpc>
              <a:spcBef>
                <a:spcPts val="2160"/>
              </a:spcBef>
              <a:buAutoNum type="arabicPeriod"/>
              <a:tabLst>
                <a:tab pos="469265" algn="l"/>
              </a:tabLst>
            </a:pPr>
            <a:r>
              <a:rPr lang="en-US" sz="1800" b="1" dirty="0">
                <a:solidFill>
                  <a:srgbClr val="434343"/>
                </a:solidFill>
                <a:latin typeface="Tahoma"/>
                <a:cs typeface="Tahoma"/>
                <a:hlinkClick r:id="rId3"/>
              </a:rPr>
              <a:t>https://drive.google.com/drive/folders/1i1FH1KN2nkWavoBwkmKmfFrGwn3_LJq-</a:t>
            </a:r>
            <a:endParaRPr lang="en-US" sz="1800" b="1" dirty="0">
              <a:solidFill>
                <a:srgbClr val="434343"/>
              </a:solidFill>
              <a:latin typeface="Tahoma"/>
              <a:cs typeface="Tahoma"/>
            </a:endParaRPr>
          </a:p>
          <a:p>
            <a:pPr marL="469265" indent="-398145">
              <a:lnSpc>
                <a:spcPct val="100000"/>
              </a:lnSpc>
              <a:spcBef>
                <a:spcPts val="2160"/>
              </a:spcBef>
              <a:buAutoNum type="arabicPeriod"/>
              <a:tabLst>
                <a:tab pos="469265" algn="l"/>
              </a:tabLst>
            </a:pPr>
            <a:r>
              <a:rPr sz="1800" b="1" spc="-35" dirty="0">
                <a:solidFill>
                  <a:srgbClr val="434343"/>
                </a:solidFill>
                <a:latin typeface="Tahoma"/>
                <a:cs typeface="Tahoma"/>
              </a:rPr>
              <a:t>MVP</a:t>
            </a:r>
            <a:r>
              <a:rPr sz="1800" b="1" spc="-90" dirty="0">
                <a:solidFill>
                  <a:srgbClr val="434343"/>
                </a:solidFill>
                <a:latin typeface="Tahoma"/>
                <a:cs typeface="Tahoma"/>
              </a:rPr>
              <a:t> </a:t>
            </a:r>
            <a:r>
              <a:rPr sz="1800" b="1" spc="-20" dirty="0">
                <a:solidFill>
                  <a:srgbClr val="434343"/>
                </a:solidFill>
                <a:latin typeface="Tahoma"/>
                <a:cs typeface="Tahoma"/>
              </a:rPr>
              <a:t>Link</a:t>
            </a:r>
            <a:r>
              <a:rPr lang="en-US" sz="1800" b="1" spc="-20" dirty="0">
                <a:solidFill>
                  <a:srgbClr val="434343"/>
                </a:solidFill>
                <a:latin typeface="Tahoma"/>
                <a:cs typeface="Tahoma"/>
              </a:rPr>
              <a:t>:</a:t>
            </a:r>
            <a:r>
              <a:rPr lang="en-US" sz="1800" spc="-20" dirty="0">
                <a:solidFill>
                  <a:srgbClr val="434343"/>
                </a:solidFill>
                <a:latin typeface="Tahoma"/>
                <a:cs typeface="Tahoma"/>
              </a:rPr>
              <a:t> </a:t>
            </a:r>
            <a:endParaRPr sz="1800" dirty="0">
              <a:latin typeface="Tahoma"/>
              <a:cs typeface="Tahoma"/>
            </a:endParaRPr>
          </a:p>
        </p:txBody>
      </p:sp>
      <p:pic>
        <p:nvPicPr>
          <p:cNvPr id="3" name="object 3"/>
          <p:cNvPicPr/>
          <p:nvPr/>
        </p:nvPicPr>
        <p:blipFill>
          <a:blip r:embed="rId4" cstate="print"/>
          <a:stretch>
            <a:fillRect/>
          </a:stretch>
        </p:blipFill>
        <p:spPr>
          <a:xfrm>
            <a:off x="159800" y="174174"/>
            <a:ext cx="1826526" cy="327424"/>
          </a:xfrm>
          <a:prstGeom prst="rect">
            <a:avLst/>
          </a:prstGeom>
        </p:spPr>
      </p:pic>
      <p:sp>
        <p:nvSpPr>
          <p:cNvPr id="4" name="Rectangle 3"/>
          <p:cNvSpPr/>
          <p:nvPr/>
        </p:nvSpPr>
        <p:spPr>
          <a:xfrm>
            <a:off x="762000" y="590550"/>
            <a:ext cx="1079142" cy="461665"/>
          </a:xfrm>
          <a:prstGeom prst="rect">
            <a:avLst/>
          </a:prstGeom>
        </p:spPr>
        <p:txBody>
          <a:bodyPr wrap="none">
            <a:spAutoFit/>
          </a:bodyPr>
          <a:lstStyle/>
          <a:p>
            <a:pPr marL="12700">
              <a:lnSpc>
                <a:spcPct val="100000"/>
              </a:lnSpc>
              <a:spcBef>
                <a:spcPts val="100"/>
              </a:spcBef>
            </a:pPr>
            <a:r>
              <a:rPr lang="en-US" sz="2400" b="1" spc="-35" dirty="0">
                <a:solidFill>
                  <a:srgbClr val="434343"/>
                </a:solidFill>
                <a:latin typeface="Tahoma"/>
                <a:cs typeface="Tahoma"/>
              </a:rPr>
              <a:t>L</a:t>
            </a:r>
            <a:r>
              <a:rPr lang="en-US" sz="2400" b="1" spc="-70" dirty="0">
                <a:solidFill>
                  <a:srgbClr val="434343"/>
                </a:solidFill>
                <a:latin typeface="Tahoma"/>
                <a:cs typeface="Tahoma"/>
              </a:rPr>
              <a:t>inks</a:t>
            </a:r>
            <a:r>
              <a:rPr lang="en-US" sz="2400" b="1" spc="-10" dirty="0">
                <a:solidFill>
                  <a:srgbClr val="434343"/>
                </a:solidFill>
                <a:latin typeface="Tahoma"/>
                <a:cs typeface="Tahoma"/>
              </a:rPr>
              <a:t>:</a:t>
            </a:r>
            <a:endParaRPr lang="en-US" sz="2400" dirty="0">
              <a:latin typeface="Tahoma"/>
              <a:cs typeface="Tahom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54" dirty="0"/>
              <a:t>Th</a:t>
            </a:r>
            <a:r>
              <a:rPr lang="en-US" spc="-254" dirty="0"/>
              <a:t>a</a:t>
            </a:r>
            <a:r>
              <a:rPr spc="-254" dirty="0"/>
              <a:t>nk</a:t>
            </a:r>
            <a:r>
              <a:rPr spc="-245" dirty="0"/>
              <a:t> </a:t>
            </a:r>
            <a:r>
              <a:rPr lang="en-US" spc="-440" dirty="0"/>
              <a:t>Y</a:t>
            </a:r>
            <a:r>
              <a:rPr spc="-440" dirty="0"/>
              <a:t>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202</TotalTime>
  <Words>440</Words>
  <Application>Microsoft Office PowerPoint</Application>
  <PresentationFormat>On-screen Show (16:9)</PresentationFormat>
  <Paragraphs>42</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 GDG on Campus - TechSprint Slides Template</dc:title>
  <dc:creator>kunal</dc:creator>
  <cp:lastModifiedBy>kunal ambelkar</cp:lastModifiedBy>
  <cp:revision>16</cp:revision>
  <dcterms:created xsi:type="dcterms:W3CDTF">2025-12-31T10:56:07Z</dcterms:created>
  <dcterms:modified xsi:type="dcterms:W3CDTF">2025-12-31T19:15:19Z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2025-12-31T00:00:00Z</vt:filetime>
  </property>
  <property fmtid="{D5CDD505-2E9C-101B-9397-08002B2CF9AE}" pid="3" name="Creator">
    <vt:lpwstr>Google</vt:lpwstr>
  </property>
  <property fmtid="{D5CDD505-2E9C-101B-9397-08002B2CF9AE}" pid="4" name="LastSaved">
    <vt:filetime>2025-12-31T00:00:00Z</vt:filetime>
  </property>
</Properties>
</file>